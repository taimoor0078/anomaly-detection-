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9"/>
  </p:notesMasterIdLst>
  <p:sldIdLst>
    <p:sldId id="302" r:id="rId2"/>
    <p:sldId id="295" r:id="rId3"/>
    <p:sldId id="303" r:id="rId4"/>
    <p:sldId id="333" r:id="rId5"/>
    <p:sldId id="334" r:id="rId6"/>
    <p:sldId id="304" r:id="rId7"/>
    <p:sldId id="335" r:id="rId8"/>
    <p:sldId id="337" r:id="rId9"/>
    <p:sldId id="338" r:id="rId10"/>
    <p:sldId id="340" r:id="rId11"/>
    <p:sldId id="341" r:id="rId12"/>
    <p:sldId id="342" r:id="rId13"/>
    <p:sldId id="339" r:id="rId14"/>
    <p:sldId id="343" r:id="rId15"/>
    <p:sldId id="344" r:id="rId16"/>
    <p:sldId id="345" r:id="rId17"/>
    <p:sldId id="346" r:id="rId18"/>
    <p:sldId id="347" r:id="rId19"/>
    <p:sldId id="319" r:id="rId20"/>
    <p:sldId id="322" r:id="rId21"/>
    <p:sldId id="325" r:id="rId22"/>
    <p:sldId id="326" r:id="rId23"/>
    <p:sldId id="324" r:id="rId24"/>
    <p:sldId id="348" r:id="rId25"/>
    <p:sldId id="349" r:id="rId26"/>
    <p:sldId id="330" r:id="rId27"/>
    <p:sldId id="331" r:id="rId28"/>
  </p:sldIdLst>
  <p:sldSz cx="9144000" cy="5143500" type="screen16x9"/>
  <p:notesSz cx="6858000" cy="9144000"/>
  <p:embeddedFontLst>
    <p:embeddedFont>
      <p:font typeface="Darker Grotesque" panose="020B0604020202020204" charset="0"/>
      <p:regular r:id="rId30"/>
      <p:bold r:id="rId31"/>
    </p:embeddedFont>
    <p:embeddedFont>
      <p:font typeface="Urbanist" panose="020B0604020202020204" charset="0"/>
      <p:regular r:id="rId32"/>
      <p:bold r:id="rId33"/>
      <p:italic r:id="rId34"/>
      <p:boldItalic r:id="rId35"/>
    </p:embeddedFont>
    <p:embeddedFont>
      <p:font typeface="Darker Grotesque Medium" panose="020B0604020202020204" charset="0"/>
      <p:regular r:id="rId36"/>
      <p:bold r:id="rId37"/>
    </p:embeddedFont>
    <p:embeddedFont>
      <p:font typeface="Nunito" panose="020B0604020202020204" charset="0"/>
      <p:regular r:id="rId38"/>
    </p:embeddedFont>
    <p:embeddedFont>
      <p:font typeface="Calibri" panose="020F050202020403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553162-7B46-4C61-8EC4-7530EA7F542E}" v="8" dt="2026-06-26T18:59:38.839"/>
  </p1510:revLst>
</p1510:revInfo>
</file>

<file path=ppt/tableStyles.xml><?xml version="1.0" encoding="utf-8"?>
<a:tblStyleLst xmlns:a="http://schemas.openxmlformats.org/drawingml/2006/main" def="{DE828038-200A-4B99-9904-2BD05C89F439}">
  <a:tblStyle styleId="{DE828038-200A-4B99-9904-2BD05C89F43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061"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presProps" Target="presProps.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esha nafis" userId="82e6f06755d3f979" providerId="LiveId" clId="{45553162-7B46-4C61-8EC4-7530EA7F542E}"/>
    <pc:docChg chg="undo custSel addSld delSld modSld">
      <pc:chgData name="ayesha nafis" userId="82e6f06755d3f979" providerId="LiveId" clId="{45553162-7B46-4C61-8EC4-7530EA7F542E}" dt="2026-06-26T19:06:02.808" v="238" actId="47"/>
      <pc:docMkLst>
        <pc:docMk/>
      </pc:docMkLst>
      <pc:sldChg chg="addSp delSp modSp mod">
        <pc:chgData name="ayesha nafis" userId="82e6f06755d3f979" providerId="LiveId" clId="{45553162-7B46-4C61-8EC4-7530EA7F542E}" dt="2026-06-26T19:01:01.697" v="36" actId="1076"/>
        <pc:sldMkLst>
          <pc:docMk/>
          <pc:sldMk cId="1146349996" sldId="322"/>
        </pc:sldMkLst>
        <pc:spChg chg="mod">
          <ac:chgData name="ayesha nafis" userId="82e6f06755d3f979" providerId="LiveId" clId="{45553162-7B46-4C61-8EC4-7530EA7F542E}" dt="2026-06-26T19:00:56.134" v="35" actId="20577"/>
          <ac:spMkLst>
            <pc:docMk/>
            <pc:sldMk cId="1146349996" sldId="322"/>
            <ac:spMk id="2" creationId="{00000000-0000-0000-0000-000000000000}"/>
          </ac:spMkLst>
        </pc:spChg>
        <pc:spChg chg="del mod">
          <ac:chgData name="ayesha nafis" userId="82e6f06755d3f979" providerId="LiveId" clId="{45553162-7B46-4C61-8EC4-7530EA7F542E}" dt="2026-06-26T19:00:49.017" v="30" actId="478"/>
          <ac:spMkLst>
            <pc:docMk/>
            <pc:sldMk cId="1146349996" sldId="322"/>
            <ac:spMk id="3" creationId="{00000000-0000-0000-0000-000000000000}"/>
          </ac:spMkLst>
        </pc:spChg>
        <pc:picChg chg="del">
          <ac:chgData name="ayesha nafis" userId="82e6f06755d3f979" providerId="LiveId" clId="{45553162-7B46-4C61-8EC4-7530EA7F542E}" dt="2026-06-26T19:00:03.192" v="22" actId="478"/>
          <ac:picMkLst>
            <pc:docMk/>
            <pc:sldMk cId="1146349996" sldId="322"/>
            <ac:picMk id="4" creationId="{00000000-0000-0000-0000-000000000000}"/>
          </ac:picMkLst>
        </pc:picChg>
        <pc:picChg chg="del">
          <ac:chgData name="ayesha nafis" userId="82e6f06755d3f979" providerId="LiveId" clId="{45553162-7B46-4C61-8EC4-7530EA7F542E}" dt="2026-06-26T19:00:01.701" v="21" actId="478"/>
          <ac:picMkLst>
            <pc:docMk/>
            <pc:sldMk cId="1146349996" sldId="322"/>
            <ac:picMk id="5" creationId="{00000000-0000-0000-0000-000000000000}"/>
          </ac:picMkLst>
        </pc:picChg>
        <pc:picChg chg="del">
          <ac:chgData name="ayesha nafis" userId="82e6f06755d3f979" providerId="LiveId" clId="{45553162-7B46-4C61-8EC4-7530EA7F542E}" dt="2026-06-26T19:00:01.026" v="20" actId="478"/>
          <ac:picMkLst>
            <pc:docMk/>
            <pc:sldMk cId="1146349996" sldId="322"/>
            <ac:picMk id="6" creationId="{00000000-0000-0000-0000-000000000000}"/>
          </ac:picMkLst>
        </pc:picChg>
        <pc:picChg chg="del">
          <ac:chgData name="ayesha nafis" userId="82e6f06755d3f979" providerId="LiveId" clId="{45553162-7B46-4C61-8EC4-7530EA7F542E}" dt="2026-06-26T19:00:00.287" v="19" actId="478"/>
          <ac:picMkLst>
            <pc:docMk/>
            <pc:sldMk cId="1146349996" sldId="322"/>
            <ac:picMk id="7" creationId="{00000000-0000-0000-0000-000000000000}"/>
          </ac:picMkLst>
        </pc:picChg>
        <pc:picChg chg="del mod">
          <ac:chgData name="ayesha nafis" userId="82e6f06755d3f979" providerId="LiveId" clId="{45553162-7B46-4C61-8EC4-7530EA7F542E}" dt="2026-06-26T18:59:59.462" v="18" actId="478"/>
          <ac:picMkLst>
            <pc:docMk/>
            <pc:sldMk cId="1146349996" sldId="322"/>
            <ac:picMk id="8" creationId="{00000000-0000-0000-0000-000000000000}"/>
          </ac:picMkLst>
        </pc:picChg>
        <pc:picChg chg="del mod">
          <ac:chgData name="ayesha nafis" userId="82e6f06755d3f979" providerId="LiveId" clId="{45553162-7B46-4C61-8EC4-7530EA7F542E}" dt="2026-06-26T18:59:58.330" v="17" actId="478"/>
          <ac:picMkLst>
            <pc:docMk/>
            <pc:sldMk cId="1146349996" sldId="322"/>
            <ac:picMk id="9" creationId="{00000000-0000-0000-0000-000000000000}"/>
          </ac:picMkLst>
        </pc:picChg>
        <pc:picChg chg="add del mod">
          <ac:chgData name="ayesha nafis" userId="82e6f06755d3f979" providerId="LiveId" clId="{45553162-7B46-4C61-8EC4-7530EA7F542E}" dt="2026-06-26T19:01:01.697" v="36" actId="1076"/>
          <ac:picMkLst>
            <pc:docMk/>
            <pc:sldMk cId="1146349996" sldId="322"/>
            <ac:picMk id="10" creationId="{00000000-0000-0000-0000-000000000000}"/>
          </ac:picMkLst>
        </pc:picChg>
      </pc:sldChg>
      <pc:sldChg chg="add del">
        <pc:chgData name="ayesha nafis" userId="82e6f06755d3f979" providerId="LiveId" clId="{45553162-7B46-4C61-8EC4-7530EA7F542E}" dt="2026-06-26T19:06:02.808" v="238" actId="47"/>
        <pc:sldMkLst>
          <pc:docMk/>
          <pc:sldMk cId="2763711077" sldId="323"/>
        </pc:sldMkLst>
      </pc:sldChg>
      <pc:sldChg chg="addSp delSp modSp add mod">
        <pc:chgData name="ayesha nafis" userId="82e6f06755d3f979" providerId="LiveId" clId="{45553162-7B46-4C61-8EC4-7530EA7F542E}" dt="2026-06-26T19:02:41.701" v="79" actId="1076"/>
        <pc:sldMkLst>
          <pc:docMk/>
          <pc:sldMk cId="619790633" sldId="324"/>
        </pc:sldMkLst>
        <pc:spChg chg="mod">
          <ac:chgData name="ayesha nafis" userId="82e6f06755d3f979" providerId="LiveId" clId="{45553162-7B46-4C61-8EC4-7530EA7F542E}" dt="2026-06-26T19:02:33.544" v="77" actId="20577"/>
          <ac:spMkLst>
            <pc:docMk/>
            <pc:sldMk cId="619790633" sldId="324"/>
            <ac:spMk id="2" creationId="{00000000-0000-0000-0000-000000000000}"/>
          </ac:spMkLst>
        </pc:spChg>
        <pc:spChg chg="add del">
          <ac:chgData name="ayesha nafis" userId="82e6f06755d3f979" providerId="LiveId" clId="{45553162-7B46-4C61-8EC4-7530EA7F542E}" dt="2026-06-26T19:02:15.414" v="66" actId="478"/>
          <ac:spMkLst>
            <pc:docMk/>
            <pc:sldMk cId="619790633" sldId="324"/>
            <ac:spMk id="3" creationId="{00000000-0000-0000-0000-000000000000}"/>
          </ac:spMkLst>
        </pc:spChg>
        <pc:picChg chg="add del">
          <ac:chgData name="ayesha nafis" userId="82e6f06755d3f979" providerId="LiveId" clId="{45553162-7B46-4C61-8EC4-7530EA7F542E}" dt="2026-06-26T19:02:13.787" v="65" actId="478"/>
          <ac:picMkLst>
            <pc:docMk/>
            <pc:sldMk cId="619790633" sldId="324"/>
            <ac:picMk id="4" creationId="{00000000-0000-0000-0000-000000000000}"/>
          </ac:picMkLst>
        </pc:picChg>
        <pc:picChg chg="add del">
          <ac:chgData name="ayesha nafis" userId="82e6f06755d3f979" providerId="LiveId" clId="{45553162-7B46-4C61-8EC4-7530EA7F542E}" dt="2026-06-26T19:02:12.865" v="64" actId="478"/>
          <ac:picMkLst>
            <pc:docMk/>
            <pc:sldMk cId="619790633" sldId="324"/>
            <ac:picMk id="5" creationId="{00000000-0000-0000-0000-000000000000}"/>
          </ac:picMkLst>
        </pc:picChg>
        <pc:picChg chg="del">
          <ac:chgData name="ayesha nafis" userId="82e6f06755d3f979" providerId="LiveId" clId="{45553162-7B46-4C61-8EC4-7530EA7F542E}" dt="2026-06-26T19:01:11.409" v="41" actId="478"/>
          <ac:picMkLst>
            <pc:docMk/>
            <pc:sldMk cId="619790633" sldId="324"/>
            <ac:picMk id="6" creationId="{00000000-0000-0000-0000-000000000000}"/>
          </ac:picMkLst>
        </pc:picChg>
        <pc:picChg chg="del">
          <ac:chgData name="ayesha nafis" userId="82e6f06755d3f979" providerId="LiveId" clId="{45553162-7B46-4C61-8EC4-7530EA7F542E}" dt="2026-06-26T19:01:10.528" v="40" actId="478"/>
          <ac:picMkLst>
            <pc:docMk/>
            <pc:sldMk cId="619790633" sldId="324"/>
            <ac:picMk id="7" creationId="{00000000-0000-0000-0000-000000000000}"/>
          </ac:picMkLst>
        </pc:picChg>
        <pc:picChg chg="del">
          <ac:chgData name="ayesha nafis" userId="82e6f06755d3f979" providerId="LiveId" clId="{45553162-7B46-4C61-8EC4-7530EA7F542E}" dt="2026-06-26T19:01:09.664" v="39" actId="478"/>
          <ac:picMkLst>
            <pc:docMk/>
            <pc:sldMk cId="619790633" sldId="324"/>
            <ac:picMk id="8" creationId="{00000000-0000-0000-0000-000000000000}"/>
          </ac:picMkLst>
        </pc:picChg>
        <pc:picChg chg="mod">
          <ac:chgData name="ayesha nafis" userId="82e6f06755d3f979" providerId="LiveId" clId="{45553162-7B46-4C61-8EC4-7530EA7F542E}" dt="2026-06-26T19:02:41.701" v="79" actId="1076"/>
          <ac:picMkLst>
            <pc:docMk/>
            <pc:sldMk cId="619790633" sldId="324"/>
            <ac:picMk id="9" creationId="{00000000-0000-0000-0000-000000000000}"/>
          </ac:picMkLst>
        </pc:picChg>
        <pc:picChg chg="del">
          <ac:chgData name="ayesha nafis" userId="82e6f06755d3f979" providerId="LiveId" clId="{45553162-7B46-4C61-8EC4-7530EA7F542E}" dt="2026-06-26T19:01:06.520" v="37" actId="478"/>
          <ac:picMkLst>
            <pc:docMk/>
            <pc:sldMk cId="619790633" sldId="324"/>
            <ac:picMk id="10" creationId="{00000000-0000-0000-0000-000000000000}"/>
          </ac:picMkLst>
        </pc:picChg>
      </pc:sldChg>
      <pc:sldChg chg="delSp modSp add mod">
        <pc:chgData name="ayesha nafis" userId="82e6f06755d3f979" providerId="LiveId" clId="{45553162-7B46-4C61-8EC4-7530EA7F542E}" dt="2026-06-26T19:03:12.814" v="102" actId="5793"/>
        <pc:sldMkLst>
          <pc:docMk/>
          <pc:sldMk cId="2348338750" sldId="325"/>
        </pc:sldMkLst>
        <pc:spChg chg="mod">
          <ac:chgData name="ayesha nafis" userId="82e6f06755d3f979" providerId="LiveId" clId="{45553162-7B46-4C61-8EC4-7530EA7F542E}" dt="2026-06-26T19:03:12.814" v="102" actId="5793"/>
          <ac:spMkLst>
            <pc:docMk/>
            <pc:sldMk cId="2348338750" sldId="325"/>
            <ac:spMk id="2" creationId="{00000000-0000-0000-0000-000000000000}"/>
          </ac:spMkLst>
        </pc:spChg>
        <pc:spChg chg="del">
          <ac:chgData name="ayesha nafis" userId="82e6f06755d3f979" providerId="LiveId" clId="{45553162-7B46-4C61-8EC4-7530EA7F542E}" dt="2026-06-26T19:02:55.358" v="88" actId="478"/>
          <ac:spMkLst>
            <pc:docMk/>
            <pc:sldMk cId="2348338750" sldId="325"/>
            <ac:spMk id="3" creationId="{00000000-0000-0000-0000-000000000000}"/>
          </ac:spMkLst>
        </pc:spChg>
        <pc:picChg chg="del">
          <ac:chgData name="ayesha nafis" userId="82e6f06755d3f979" providerId="LiveId" clId="{45553162-7B46-4C61-8EC4-7530EA7F542E}" dt="2026-06-26T19:02:49.883" v="86" actId="478"/>
          <ac:picMkLst>
            <pc:docMk/>
            <pc:sldMk cId="2348338750" sldId="325"/>
            <ac:picMk id="4" creationId="{00000000-0000-0000-0000-000000000000}"/>
          </ac:picMkLst>
        </pc:picChg>
        <pc:picChg chg="del">
          <ac:chgData name="ayesha nafis" userId="82e6f06755d3f979" providerId="LiveId" clId="{45553162-7B46-4C61-8EC4-7530EA7F542E}" dt="2026-06-26T19:02:49.112" v="85" actId="478"/>
          <ac:picMkLst>
            <pc:docMk/>
            <pc:sldMk cId="2348338750" sldId="325"/>
            <ac:picMk id="5" creationId="{00000000-0000-0000-0000-000000000000}"/>
          </ac:picMkLst>
        </pc:picChg>
        <pc:picChg chg="del">
          <ac:chgData name="ayesha nafis" userId="82e6f06755d3f979" providerId="LiveId" clId="{45553162-7B46-4C61-8EC4-7530EA7F542E}" dt="2026-06-26T19:02:48.372" v="84" actId="478"/>
          <ac:picMkLst>
            <pc:docMk/>
            <pc:sldMk cId="2348338750" sldId="325"/>
            <ac:picMk id="6" creationId="{00000000-0000-0000-0000-000000000000}"/>
          </ac:picMkLst>
        </pc:picChg>
        <pc:picChg chg="del">
          <ac:chgData name="ayesha nafis" userId="82e6f06755d3f979" providerId="LiveId" clId="{45553162-7B46-4C61-8EC4-7530EA7F542E}" dt="2026-06-26T19:02:47.501" v="83" actId="478"/>
          <ac:picMkLst>
            <pc:docMk/>
            <pc:sldMk cId="2348338750" sldId="325"/>
            <ac:picMk id="7" creationId="{00000000-0000-0000-0000-000000000000}"/>
          </ac:picMkLst>
        </pc:picChg>
        <pc:picChg chg="mod">
          <ac:chgData name="ayesha nafis" userId="82e6f06755d3f979" providerId="LiveId" clId="{45553162-7B46-4C61-8EC4-7530EA7F542E}" dt="2026-06-26T19:03:08.065" v="94" actId="1076"/>
          <ac:picMkLst>
            <pc:docMk/>
            <pc:sldMk cId="2348338750" sldId="325"/>
            <ac:picMk id="8" creationId="{00000000-0000-0000-0000-000000000000}"/>
          </ac:picMkLst>
        </pc:picChg>
        <pc:picChg chg="del">
          <ac:chgData name="ayesha nafis" userId="82e6f06755d3f979" providerId="LiveId" clId="{45553162-7B46-4C61-8EC4-7530EA7F542E}" dt="2026-06-26T19:02:45.617" v="81" actId="478"/>
          <ac:picMkLst>
            <pc:docMk/>
            <pc:sldMk cId="2348338750" sldId="325"/>
            <ac:picMk id="9" creationId="{00000000-0000-0000-0000-000000000000}"/>
          </ac:picMkLst>
        </pc:picChg>
        <pc:picChg chg="del">
          <ac:chgData name="ayesha nafis" userId="82e6f06755d3f979" providerId="LiveId" clId="{45553162-7B46-4C61-8EC4-7530EA7F542E}" dt="2026-06-26T19:02:44.732" v="80" actId="478"/>
          <ac:picMkLst>
            <pc:docMk/>
            <pc:sldMk cId="2348338750" sldId="325"/>
            <ac:picMk id="10" creationId="{00000000-0000-0000-0000-000000000000}"/>
          </ac:picMkLst>
        </pc:picChg>
      </pc:sldChg>
      <pc:sldChg chg="delSp modSp add mod">
        <pc:chgData name="ayesha nafis" userId="82e6f06755d3f979" providerId="LiveId" clId="{45553162-7B46-4C61-8EC4-7530EA7F542E}" dt="2026-06-26T19:04:08.527" v="151" actId="14100"/>
        <pc:sldMkLst>
          <pc:docMk/>
          <pc:sldMk cId="522107846" sldId="326"/>
        </pc:sldMkLst>
        <pc:spChg chg="mod">
          <ac:chgData name="ayesha nafis" userId="82e6f06755d3f979" providerId="LiveId" clId="{45553162-7B46-4C61-8EC4-7530EA7F542E}" dt="2026-06-26T19:03:50.193" v="129" actId="20577"/>
          <ac:spMkLst>
            <pc:docMk/>
            <pc:sldMk cId="522107846" sldId="326"/>
            <ac:spMk id="2" creationId="{00000000-0000-0000-0000-000000000000}"/>
          </ac:spMkLst>
        </pc:spChg>
        <pc:spChg chg="del">
          <ac:chgData name="ayesha nafis" userId="82e6f06755d3f979" providerId="LiveId" clId="{45553162-7B46-4C61-8EC4-7530EA7F542E}" dt="2026-06-26T19:03:29.593" v="110" actId="478"/>
          <ac:spMkLst>
            <pc:docMk/>
            <pc:sldMk cId="522107846" sldId="326"/>
            <ac:spMk id="3" creationId="{00000000-0000-0000-0000-000000000000}"/>
          </ac:spMkLst>
        </pc:spChg>
        <pc:picChg chg="del">
          <ac:chgData name="ayesha nafis" userId="82e6f06755d3f979" providerId="LiveId" clId="{45553162-7B46-4C61-8EC4-7530EA7F542E}" dt="2026-06-26T19:03:25.102" v="109" actId="478"/>
          <ac:picMkLst>
            <pc:docMk/>
            <pc:sldMk cId="522107846" sldId="326"/>
            <ac:picMk id="4" creationId="{00000000-0000-0000-0000-000000000000}"/>
          </ac:picMkLst>
        </pc:picChg>
        <pc:picChg chg="del">
          <ac:chgData name="ayesha nafis" userId="82e6f06755d3f979" providerId="LiveId" clId="{45553162-7B46-4C61-8EC4-7530EA7F542E}" dt="2026-06-26T19:03:24.331" v="108" actId="478"/>
          <ac:picMkLst>
            <pc:docMk/>
            <pc:sldMk cId="522107846" sldId="326"/>
            <ac:picMk id="5" creationId="{00000000-0000-0000-0000-000000000000}"/>
          </ac:picMkLst>
        </pc:picChg>
        <pc:picChg chg="del">
          <ac:chgData name="ayesha nafis" userId="82e6f06755d3f979" providerId="LiveId" clId="{45553162-7B46-4C61-8EC4-7530EA7F542E}" dt="2026-06-26T19:03:23.530" v="107" actId="478"/>
          <ac:picMkLst>
            <pc:docMk/>
            <pc:sldMk cId="522107846" sldId="326"/>
            <ac:picMk id="6" creationId="{00000000-0000-0000-0000-000000000000}"/>
          </ac:picMkLst>
        </pc:picChg>
        <pc:picChg chg="mod">
          <ac:chgData name="ayesha nafis" userId="82e6f06755d3f979" providerId="LiveId" clId="{45553162-7B46-4C61-8EC4-7530EA7F542E}" dt="2026-06-26T19:04:08.527" v="151" actId="14100"/>
          <ac:picMkLst>
            <pc:docMk/>
            <pc:sldMk cId="522107846" sldId="326"/>
            <ac:picMk id="7" creationId="{00000000-0000-0000-0000-000000000000}"/>
          </ac:picMkLst>
        </pc:picChg>
        <pc:picChg chg="del">
          <ac:chgData name="ayesha nafis" userId="82e6f06755d3f979" providerId="LiveId" clId="{45553162-7B46-4C61-8EC4-7530EA7F542E}" dt="2026-06-26T19:03:21.299" v="105" actId="478"/>
          <ac:picMkLst>
            <pc:docMk/>
            <pc:sldMk cId="522107846" sldId="326"/>
            <ac:picMk id="8" creationId="{00000000-0000-0000-0000-000000000000}"/>
          </ac:picMkLst>
        </pc:picChg>
        <pc:picChg chg="del">
          <ac:chgData name="ayesha nafis" userId="82e6f06755d3f979" providerId="LiveId" clId="{45553162-7B46-4C61-8EC4-7530EA7F542E}" dt="2026-06-26T19:03:20.403" v="104" actId="478"/>
          <ac:picMkLst>
            <pc:docMk/>
            <pc:sldMk cId="522107846" sldId="326"/>
            <ac:picMk id="9" creationId="{00000000-0000-0000-0000-000000000000}"/>
          </ac:picMkLst>
        </pc:picChg>
        <pc:picChg chg="del">
          <ac:chgData name="ayesha nafis" userId="82e6f06755d3f979" providerId="LiveId" clId="{45553162-7B46-4C61-8EC4-7530EA7F542E}" dt="2026-06-26T19:03:19.734" v="103" actId="478"/>
          <ac:picMkLst>
            <pc:docMk/>
            <pc:sldMk cId="522107846" sldId="326"/>
            <ac:picMk id="10" creationId="{00000000-0000-0000-0000-000000000000}"/>
          </ac:picMkLst>
        </pc:picChg>
      </pc:sldChg>
      <pc:sldChg chg="delSp modSp add mod">
        <pc:chgData name="ayesha nafis" userId="82e6f06755d3f979" providerId="LiveId" clId="{45553162-7B46-4C61-8EC4-7530EA7F542E}" dt="2026-06-26T19:04:43.084" v="175" actId="14100"/>
        <pc:sldMkLst>
          <pc:docMk/>
          <pc:sldMk cId="1647643567" sldId="327"/>
        </pc:sldMkLst>
        <pc:spChg chg="mod">
          <ac:chgData name="ayesha nafis" userId="82e6f06755d3f979" providerId="LiveId" clId="{45553162-7B46-4C61-8EC4-7530EA7F542E}" dt="2026-06-26T19:04:34.691" v="173" actId="20577"/>
          <ac:spMkLst>
            <pc:docMk/>
            <pc:sldMk cId="1647643567" sldId="327"/>
            <ac:spMk id="2" creationId="{00000000-0000-0000-0000-000000000000}"/>
          </ac:spMkLst>
        </pc:spChg>
        <pc:spChg chg="del">
          <ac:chgData name="ayesha nafis" userId="82e6f06755d3f979" providerId="LiveId" clId="{45553162-7B46-4C61-8EC4-7530EA7F542E}" dt="2026-06-26T19:04:22.371" v="160" actId="478"/>
          <ac:spMkLst>
            <pc:docMk/>
            <pc:sldMk cId="1647643567" sldId="327"/>
            <ac:spMk id="3" creationId="{00000000-0000-0000-0000-000000000000}"/>
          </ac:spMkLst>
        </pc:spChg>
        <pc:picChg chg="del">
          <ac:chgData name="ayesha nafis" userId="82e6f06755d3f979" providerId="LiveId" clId="{45553162-7B46-4C61-8EC4-7530EA7F542E}" dt="2026-06-26T19:04:18.114" v="159" actId="478"/>
          <ac:picMkLst>
            <pc:docMk/>
            <pc:sldMk cId="1647643567" sldId="327"/>
            <ac:picMk id="4" creationId="{00000000-0000-0000-0000-000000000000}"/>
          </ac:picMkLst>
        </pc:picChg>
        <pc:picChg chg="del">
          <ac:chgData name="ayesha nafis" userId="82e6f06755d3f979" providerId="LiveId" clId="{45553162-7B46-4C61-8EC4-7530EA7F542E}" dt="2026-06-26T19:04:17.457" v="158" actId="478"/>
          <ac:picMkLst>
            <pc:docMk/>
            <pc:sldMk cId="1647643567" sldId="327"/>
            <ac:picMk id="5" creationId="{00000000-0000-0000-0000-000000000000}"/>
          </ac:picMkLst>
        </pc:picChg>
        <pc:picChg chg="mod">
          <ac:chgData name="ayesha nafis" userId="82e6f06755d3f979" providerId="LiveId" clId="{45553162-7B46-4C61-8EC4-7530EA7F542E}" dt="2026-06-26T19:04:43.084" v="175" actId="14100"/>
          <ac:picMkLst>
            <pc:docMk/>
            <pc:sldMk cId="1647643567" sldId="327"/>
            <ac:picMk id="6" creationId="{00000000-0000-0000-0000-000000000000}"/>
          </ac:picMkLst>
        </pc:picChg>
        <pc:picChg chg="del">
          <ac:chgData name="ayesha nafis" userId="82e6f06755d3f979" providerId="LiveId" clId="{45553162-7B46-4C61-8EC4-7530EA7F542E}" dt="2026-06-26T19:04:15.247" v="156" actId="478"/>
          <ac:picMkLst>
            <pc:docMk/>
            <pc:sldMk cId="1647643567" sldId="327"/>
            <ac:picMk id="7" creationId="{00000000-0000-0000-0000-000000000000}"/>
          </ac:picMkLst>
        </pc:picChg>
        <pc:picChg chg="del">
          <ac:chgData name="ayesha nafis" userId="82e6f06755d3f979" providerId="LiveId" clId="{45553162-7B46-4C61-8EC4-7530EA7F542E}" dt="2026-06-26T19:04:14.550" v="155" actId="478"/>
          <ac:picMkLst>
            <pc:docMk/>
            <pc:sldMk cId="1647643567" sldId="327"/>
            <ac:picMk id="8" creationId="{00000000-0000-0000-0000-000000000000}"/>
          </ac:picMkLst>
        </pc:picChg>
        <pc:picChg chg="del">
          <ac:chgData name="ayesha nafis" userId="82e6f06755d3f979" providerId="LiveId" clId="{45553162-7B46-4C61-8EC4-7530EA7F542E}" dt="2026-06-26T19:04:13.380" v="154" actId="478"/>
          <ac:picMkLst>
            <pc:docMk/>
            <pc:sldMk cId="1647643567" sldId="327"/>
            <ac:picMk id="9" creationId="{00000000-0000-0000-0000-000000000000}"/>
          </ac:picMkLst>
        </pc:picChg>
        <pc:picChg chg="del mod">
          <ac:chgData name="ayesha nafis" userId="82e6f06755d3f979" providerId="LiveId" clId="{45553162-7B46-4C61-8EC4-7530EA7F542E}" dt="2026-06-26T19:04:12.346" v="153" actId="478"/>
          <ac:picMkLst>
            <pc:docMk/>
            <pc:sldMk cId="1647643567" sldId="327"/>
            <ac:picMk id="10" creationId="{00000000-0000-0000-0000-000000000000}"/>
          </ac:picMkLst>
        </pc:picChg>
      </pc:sldChg>
      <pc:sldChg chg="delSp modSp add mod">
        <pc:chgData name="ayesha nafis" userId="82e6f06755d3f979" providerId="LiveId" clId="{45553162-7B46-4C61-8EC4-7530EA7F542E}" dt="2026-06-26T19:05:15.953" v="199" actId="20577"/>
        <pc:sldMkLst>
          <pc:docMk/>
          <pc:sldMk cId="3368645425" sldId="328"/>
        </pc:sldMkLst>
        <pc:spChg chg="mod">
          <ac:chgData name="ayesha nafis" userId="82e6f06755d3f979" providerId="LiveId" clId="{45553162-7B46-4C61-8EC4-7530EA7F542E}" dt="2026-06-26T19:05:15.953" v="199" actId="20577"/>
          <ac:spMkLst>
            <pc:docMk/>
            <pc:sldMk cId="3368645425" sldId="328"/>
            <ac:spMk id="2" creationId="{00000000-0000-0000-0000-000000000000}"/>
          </ac:spMkLst>
        </pc:spChg>
        <pc:spChg chg="del">
          <ac:chgData name="ayesha nafis" userId="82e6f06755d3f979" providerId="LiveId" clId="{45553162-7B46-4C61-8EC4-7530EA7F542E}" dt="2026-06-26T19:05:01.690" v="184" actId="478"/>
          <ac:spMkLst>
            <pc:docMk/>
            <pc:sldMk cId="3368645425" sldId="328"/>
            <ac:spMk id="3" creationId="{00000000-0000-0000-0000-000000000000}"/>
          </ac:spMkLst>
        </pc:spChg>
        <pc:picChg chg="del">
          <ac:chgData name="ayesha nafis" userId="82e6f06755d3f979" providerId="LiveId" clId="{45553162-7B46-4C61-8EC4-7530EA7F542E}" dt="2026-06-26T19:04:56.476" v="182" actId="478"/>
          <ac:picMkLst>
            <pc:docMk/>
            <pc:sldMk cId="3368645425" sldId="328"/>
            <ac:picMk id="4" creationId="{00000000-0000-0000-0000-000000000000}"/>
          </ac:picMkLst>
        </pc:picChg>
        <pc:picChg chg="mod">
          <ac:chgData name="ayesha nafis" userId="82e6f06755d3f979" providerId="LiveId" clId="{45553162-7B46-4C61-8EC4-7530EA7F542E}" dt="2026-06-26T19:05:10.098" v="189" actId="1076"/>
          <ac:picMkLst>
            <pc:docMk/>
            <pc:sldMk cId="3368645425" sldId="328"/>
            <ac:picMk id="5" creationId="{00000000-0000-0000-0000-000000000000}"/>
          </ac:picMkLst>
        </pc:picChg>
        <pc:picChg chg="del">
          <ac:chgData name="ayesha nafis" userId="82e6f06755d3f979" providerId="LiveId" clId="{45553162-7B46-4C61-8EC4-7530EA7F542E}" dt="2026-06-26T19:04:54.268" v="180" actId="478"/>
          <ac:picMkLst>
            <pc:docMk/>
            <pc:sldMk cId="3368645425" sldId="328"/>
            <ac:picMk id="6" creationId="{00000000-0000-0000-0000-000000000000}"/>
          </ac:picMkLst>
        </pc:picChg>
        <pc:picChg chg="del">
          <ac:chgData name="ayesha nafis" userId="82e6f06755d3f979" providerId="LiveId" clId="{45553162-7B46-4C61-8EC4-7530EA7F542E}" dt="2026-06-26T19:04:52.960" v="179" actId="478"/>
          <ac:picMkLst>
            <pc:docMk/>
            <pc:sldMk cId="3368645425" sldId="328"/>
            <ac:picMk id="7" creationId="{00000000-0000-0000-0000-000000000000}"/>
          </ac:picMkLst>
        </pc:picChg>
        <pc:picChg chg="del">
          <ac:chgData name="ayesha nafis" userId="82e6f06755d3f979" providerId="LiveId" clId="{45553162-7B46-4C61-8EC4-7530EA7F542E}" dt="2026-06-26T19:04:52.226" v="178" actId="478"/>
          <ac:picMkLst>
            <pc:docMk/>
            <pc:sldMk cId="3368645425" sldId="328"/>
            <ac:picMk id="8" creationId="{00000000-0000-0000-0000-000000000000}"/>
          </ac:picMkLst>
        </pc:picChg>
        <pc:picChg chg="del">
          <ac:chgData name="ayesha nafis" userId="82e6f06755d3f979" providerId="LiveId" clId="{45553162-7B46-4C61-8EC4-7530EA7F542E}" dt="2026-06-26T19:04:50.879" v="177" actId="478"/>
          <ac:picMkLst>
            <pc:docMk/>
            <pc:sldMk cId="3368645425" sldId="328"/>
            <ac:picMk id="9" creationId="{00000000-0000-0000-0000-000000000000}"/>
          </ac:picMkLst>
        </pc:picChg>
        <pc:picChg chg="del">
          <ac:chgData name="ayesha nafis" userId="82e6f06755d3f979" providerId="LiveId" clId="{45553162-7B46-4C61-8EC4-7530EA7F542E}" dt="2026-06-26T19:04:50.162" v="176" actId="478"/>
          <ac:picMkLst>
            <pc:docMk/>
            <pc:sldMk cId="3368645425" sldId="328"/>
            <ac:picMk id="10" creationId="{00000000-0000-0000-0000-000000000000}"/>
          </ac:picMkLst>
        </pc:picChg>
      </pc:sldChg>
      <pc:sldChg chg="delSp modSp add mod">
        <pc:chgData name="ayesha nafis" userId="82e6f06755d3f979" providerId="LiveId" clId="{45553162-7B46-4C61-8EC4-7530EA7F542E}" dt="2026-06-26T19:05:57.905" v="236" actId="1036"/>
        <pc:sldMkLst>
          <pc:docMk/>
          <pc:sldMk cId="2886561633" sldId="329"/>
        </pc:sldMkLst>
        <pc:spChg chg="mod">
          <ac:chgData name="ayesha nafis" userId="82e6f06755d3f979" providerId="LiveId" clId="{45553162-7B46-4C61-8EC4-7530EA7F542E}" dt="2026-06-26T19:05:44.481" v="221" actId="5793"/>
          <ac:spMkLst>
            <pc:docMk/>
            <pc:sldMk cId="2886561633" sldId="329"/>
            <ac:spMk id="2" creationId="{00000000-0000-0000-0000-000000000000}"/>
          </ac:spMkLst>
        </pc:spChg>
        <pc:spChg chg="del">
          <ac:chgData name="ayesha nafis" userId="82e6f06755d3f979" providerId="LiveId" clId="{45553162-7B46-4C61-8EC4-7530EA7F542E}" dt="2026-06-26T19:05:37.678" v="209" actId="478"/>
          <ac:spMkLst>
            <pc:docMk/>
            <pc:sldMk cId="2886561633" sldId="329"/>
            <ac:spMk id="3" creationId="{00000000-0000-0000-0000-000000000000}"/>
          </ac:spMkLst>
        </pc:spChg>
        <pc:picChg chg="mod">
          <ac:chgData name="ayesha nafis" userId="82e6f06755d3f979" providerId="LiveId" clId="{45553162-7B46-4C61-8EC4-7530EA7F542E}" dt="2026-06-26T19:05:57.905" v="236" actId="1036"/>
          <ac:picMkLst>
            <pc:docMk/>
            <pc:sldMk cId="2886561633" sldId="329"/>
            <ac:picMk id="4" creationId="{00000000-0000-0000-0000-000000000000}"/>
          </ac:picMkLst>
        </pc:picChg>
        <pc:picChg chg="del">
          <ac:chgData name="ayesha nafis" userId="82e6f06755d3f979" providerId="LiveId" clId="{45553162-7B46-4C61-8EC4-7530EA7F542E}" dt="2026-06-26T19:05:31.158" v="205" actId="478"/>
          <ac:picMkLst>
            <pc:docMk/>
            <pc:sldMk cId="2886561633" sldId="329"/>
            <ac:picMk id="5" creationId="{00000000-0000-0000-0000-000000000000}"/>
          </ac:picMkLst>
        </pc:picChg>
        <pc:picChg chg="del">
          <ac:chgData name="ayesha nafis" userId="82e6f06755d3f979" providerId="LiveId" clId="{45553162-7B46-4C61-8EC4-7530EA7F542E}" dt="2026-06-26T19:05:30.389" v="204" actId="478"/>
          <ac:picMkLst>
            <pc:docMk/>
            <pc:sldMk cId="2886561633" sldId="329"/>
            <ac:picMk id="6" creationId="{00000000-0000-0000-0000-000000000000}"/>
          </ac:picMkLst>
        </pc:picChg>
        <pc:picChg chg="del">
          <ac:chgData name="ayesha nafis" userId="82e6f06755d3f979" providerId="LiveId" clId="{45553162-7B46-4C61-8EC4-7530EA7F542E}" dt="2026-06-26T19:05:29.635" v="203" actId="478"/>
          <ac:picMkLst>
            <pc:docMk/>
            <pc:sldMk cId="2886561633" sldId="329"/>
            <ac:picMk id="7" creationId="{00000000-0000-0000-0000-000000000000}"/>
          </ac:picMkLst>
        </pc:picChg>
        <pc:picChg chg="del">
          <ac:chgData name="ayesha nafis" userId="82e6f06755d3f979" providerId="LiveId" clId="{45553162-7B46-4C61-8EC4-7530EA7F542E}" dt="2026-06-26T19:05:28.912" v="202" actId="478"/>
          <ac:picMkLst>
            <pc:docMk/>
            <pc:sldMk cId="2886561633" sldId="329"/>
            <ac:picMk id="8" creationId="{00000000-0000-0000-0000-000000000000}"/>
          </ac:picMkLst>
        </pc:picChg>
        <pc:picChg chg="del">
          <ac:chgData name="ayesha nafis" userId="82e6f06755d3f979" providerId="LiveId" clId="{45553162-7B46-4C61-8EC4-7530EA7F542E}" dt="2026-06-26T19:05:26.635" v="201" actId="478"/>
          <ac:picMkLst>
            <pc:docMk/>
            <pc:sldMk cId="2886561633" sldId="329"/>
            <ac:picMk id="9" creationId="{00000000-0000-0000-0000-000000000000}"/>
          </ac:picMkLst>
        </pc:picChg>
        <pc:picChg chg="del">
          <ac:chgData name="ayesha nafis" userId="82e6f06755d3f979" providerId="LiveId" clId="{45553162-7B46-4C61-8EC4-7530EA7F542E}" dt="2026-06-26T19:05:23.508" v="200" actId="478"/>
          <ac:picMkLst>
            <pc:docMk/>
            <pc:sldMk cId="2886561633" sldId="329"/>
            <ac:picMk id="10" creationId="{00000000-0000-0000-0000-000000000000}"/>
          </ac:picMkLst>
        </pc:picChg>
      </pc:sldChg>
      <pc:sldChg chg="add del">
        <pc:chgData name="ayesha nafis" userId="82e6f06755d3f979" providerId="LiveId" clId="{45553162-7B46-4C61-8EC4-7530EA7F542E}" dt="2026-06-26T19:06:02.054" v="237" actId="47"/>
        <pc:sldMkLst>
          <pc:docMk/>
          <pc:sldMk cId="3913619213" sldId="3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825635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81149" y="-10106100"/>
            <a:ext cx="17488050" cy="22536300"/>
            <a:chOff x="-381149" y="-10106100"/>
            <a:chExt cx="17488050" cy="22536300"/>
          </a:xfrm>
        </p:grpSpPr>
        <p:sp>
          <p:nvSpPr>
            <p:cNvPr id="10" name="Google Shape;10;p2"/>
            <p:cNvSpPr/>
            <p:nvPr/>
          </p:nvSpPr>
          <p:spPr>
            <a:xfrm rot="8100000">
              <a:off x="1462936" y="-8262015"/>
              <a:ext cx="8904030" cy="8904030"/>
            </a:xfrm>
            <a:prstGeom prst="roundRect">
              <a:avLst>
                <a:gd name="adj" fmla="val 16667"/>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sp>
          <p:nvSpPr>
            <p:cNvPr id="11" name="Google Shape;11;p2"/>
            <p:cNvSpPr/>
            <p:nvPr/>
          </p:nvSpPr>
          <p:spPr>
            <a:xfrm rot="2700000">
              <a:off x="6358786" y="1682085"/>
              <a:ext cx="8904030" cy="8904030"/>
            </a:xfrm>
            <a:prstGeom prst="roundRect">
              <a:avLst>
                <a:gd name="adj" fmla="val 16667"/>
              </a:avLst>
            </a:prstGeom>
            <a:solidFill>
              <a:schemeClr val="accent4"/>
            </a:solidFill>
            <a:ln>
              <a:noFill/>
            </a:ln>
            <a:effectLst>
              <a:outerShdw blurRad="342900" dist="66675" dir="10800000" algn="bl" rotWithShape="0">
                <a:schemeClr val="accent6">
                  <a:alpha val="25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sp>
        <p:nvSpPr>
          <p:cNvPr id="12" name="Google Shape;12;p2"/>
          <p:cNvSpPr/>
          <p:nvPr/>
        </p:nvSpPr>
        <p:spPr>
          <a:xfrm rot="-2700000">
            <a:off x="-2861414" y="-2299365"/>
            <a:ext cx="8904030" cy="8904030"/>
          </a:xfrm>
          <a:prstGeom prst="roundRect">
            <a:avLst>
              <a:gd name="adj" fmla="val 16667"/>
            </a:avLst>
          </a:prstGeom>
          <a:solidFill>
            <a:schemeClr val="lt1"/>
          </a:solidFill>
          <a:ln w="9525" cap="flat" cmpd="sng">
            <a:solidFill>
              <a:schemeClr val="dk2"/>
            </a:solidFill>
            <a:prstDash val="solid"/>
            <a:round/>
            <a:headEnd type="none" w="sm" len="sm"/>
            <a:tailEnd type="none" w="sm" len="sm"/>
          </a:ln>
          <a:effectLst>
            <a:outerShdw blurRad="485775" dist="114300" dir="5400000" algn="bl" rotWithShape="0">
              <a:schemeClr val="accent6">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nvGrpSpPr>
          <p:cNvPr id="13" name="Google Shape;13;p2"/>
          <p:cNvGrpSpPr/>
          <p:nvPr/>
        </p:nvGrpSpPr>
        <p:grpSpPr>
          <a:xfrm>
            <a:off x="1203426" y="-10620450"/>
            <a:ext cx="13179325" cy="26365350"/>
            <a:chOff x="1203426" y="-10620450"/>
            <a:chExt cx="13179325" cy="26365350"/>
          </a:xfrm>
        </p:grpSpPr>
        <p:sp>
          <p:nvSpPr>
            <p:cNvPr id="14" name="Google Shape;14;p2"/>
            <p:cNvSpPr/>
            <p:nvPr/>
          </p:nvSpPr>
          <p:spPr>
            <a:xfrm rot="-2700000">
              <a:off x="3634636" y="-8776365"/>
              <a:ext cx="8904030" cy="8904030"/>
            </a:xfrm>
            <a:prstGeom prst="roundRect">
              <a:avLst>
                <a:gd name="adj" fmla="val 16667"/>
              </a:avLst>
            </a:prstGeom>
            <a:solidFill>
              <a:srgbClr val="F5F6F5">
                <a:alpha val="42410"/>
              </a:srgbClr>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sp>
          <p:nvSpPr>
            <p:cNvPr id="15" name="Google Shape;15;p2"/>
            <p:cNvSpPr/>
            <p:nvPr/>
          </p:nvSpPr>
          <p:spPr>
            <a:xfrm rot="-2700000">
              <a:off x="3047511" y="4996785"/>
              <a:ext cx="8904030" cy="8904030"/>
            </a:xfrm>
            <a:prstGeom prst="roundRect">
              <a:avLst>
                <a:gd name="adj" fmla="val 16667"/>
              </a:avLst>
            </a:prstGeom>
            <a:solidFill>
              <a:srgbClr val="F5F6F5">
                <a:alpha val="42410"/>
              </a:srgbClr>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sp>
        <p:nvSpPr>
          <p:cNvPr id="16" name="Google Shape;16;p2"/>
          <p:cNvSpPr txBox="1">
            <a:spLocks noGrp="1"/>
          </p:cNvSpPr>
          <p:nvPr>
            <p:ph type="ctrTitle"/>
          </p:nvPr>
        </p:nvSpPr>
        <p:spPr>
          <a:xfrm>
            <a:off x="713225" y="1063075"/>
            <a:ext cx="5029500" cy="23484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7" name="Google Shape;17;p2"/>
          <p:cNvSpPr txBox="1">
            <a:spLocks noGrp="1"/>
          </p:cNvSpPr>
          <p:nvPr>
            <p:ph type="subTitle" idx="1"/>
          </p:nvPr>
        </p:nvSpPr>
        <p:spPr>
          <a:xfrm>
            <a:off x="713225" y="3604625"/>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Darker Grotesque Medium"/>
                <a:ea typeface="Darker Grotesque Medium"/>
                <a:cs typeface="Darker Grotesque Medium"/>
                <a:sym typeface="Darker Grotesque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8"/>
        <p:cNvGrpSpPr/>
        <p:nvPr/>
      </p:nvGrpSpPr>
      <p:grpSpPr>
        <a:xfrm>
          <a:off x="0" y="0"/>
          <a:ext cx="0" cy="0"/>
          <a:chOff x="0" y="0"/>
          <a:chExt cx="0" cy="0"/>
        </a:xfrm>
      </p:grpSpPr>
      <p:sp>
        <p:nvSpPr>
          <p:cNvPr id="59" name="Google Shape;59;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0" name="Google Shape;60;p7"/>
          <p:cNvSpPr txBox="1">
            <a:spLocks noGrp="1"/>
          </p:cNvSpPr>
          <p:nvPr>
            <p:ph type="subTitle" idx="1"/>
          </p:nvPr>
        </p:nvSpPr>
        <p:spPr>
          <a:xfrm>
            <a:off x="720000" y="1215750"/>
            <a:ext cx="7710900" cy="269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91919"/>
              </a:buClr>
              <a:buSzPts val="1400"/>
              <a:buFont typeface="Nunito"/>
              <a:buChar char="●"/>
              <a:defRPr/>
            </a:lvl1pPr>
            <a:lvl2pPr lvl="1" algn="ctr" rtl="0">
              <a:lnSpc>
                <a:spcPct val="100000"/>
              </a:lnSpc>
              <a:spcBef>
                <a:spcPts val="1000"/>
              </a:spcBef>
              <a:spcAft>
                <a:spcPts val="0"/>
              </a:spcAft>
              <a:buClr>
                <a:srgbClr val="191919"/>
              </a:buClr>
              <a:buSzPts val="1400"/>
              <a:buFont typeface="Anaheim"/>
              <a:buChar char="○"/>
              <a:defRPr/>
            </a:lvl2pPr>
            <a:lvl3pPr lvl="2" algn="ctr" rtl="0">
              <a:lnSpc>
                <a:spcPct val="100000"/>
              </a:lnSpc>
              <a:spcBef>
                <a:spcPts val="1600"/>
              </a:spcBef>
              <a:spcAft>
                <a:spcPts val="0"/>
              </a:spcAft>
              <a:buClr>
                <a:srgbClr val="191919"/>
              </a:buClr>
              <a:buSzPts val="1400"/>
              <a:buFont typeface="Anaheim"/>
              <a:buChar char="■"/>
              <a:defRPr/>
            </a:lvl3pPr>
            <a:lvl4pPr lvl="3" algn="ctr" rtl="0">
              <a:lnSpc>
                <a:spcPct val="100000"/>
              </a:lnSpc>
              <a:spcBef>
                <a:spcPts val="1600"/>
              </a:spcBef>
              <a:spcAft>
                <a:spcPts val="0"/>
              </a:spcAft>
              <a:buClr>
                <a:srgbClr val="191919"/>
              </a:buClr>
              <a:buSzPts val="1400"/>
              <a:buFont typeface="Anaheim"/>
              <a:buChar char="●"/>
              <a:defRPr/>
            </a:lvl4pPr>
            <a:lvl5pPr lvl="4" algn="ctr" rtl="0">
              <a:lnSpc>
                <a:spcPct val="100000"/>
              </a:lnSpc>
              <a:spcBef>
                <a:spcPts val="1600"/>
              </a:spcBef>
              <a:spcAft>
                <a:spcPts val="0"/>
              </a:spcAft>
              <a:buClr>
                <a:srgbClr val="191919"/>
              </a:buClr>
              <a:buSzPts val="1400"/>
              <a:buFont typeface="Anaheim"/>
              <a:buChar char="○"/>
              <a:defRPr/>
            </a:lvl5pPr>
            <a:lvl6pPr lvl="5" algn="ctr" rtl="0">
              <a:lnSpc>
                <a:spcPct val="100000"/>
              </a:lnSpc>
              <a:spcBef>
                <a:spcPts val="1600"/>
              </a:spcBef>
              <a:spcAft>
                <a:spcPts val="0"/>
              </a:spcAft>
              <a:buClr>
                <a:srgbClr val="191919"/>
              </a:buClr>
              <a:buSzPts val="1400"/>
              <a:buFont typeface="Anaheim"/>
              <a:buChar char="■"/>
              <a:defRPr/>
            </a:lvl6pPr>
            <a:lvl7pPr lvl="6" algn="ctr" rtl="0">
              <a:lnSpc>
                <a:spcPct val="100000"/>
              </a:lnSpc>
              <a:spcBef>
                <a:spcPts val="1600"/>
              </a:spcBef>
              <a:spcAft>
                <a:spcPts val="0"/>
              </a:spcAft>
              <a:buClr>
                <a:srgbClr val="191919"/>
              </a:buClr>
              <a:buSzPts val="1400"/>
              <a:buFont typeface="Anaheim"/>
              <a:buChar char="●"/>
              <a:defRPr/>
            </a:lvl7pPr>
            <a:lvl8pPr lvl="7" algn="ctr" rtl="0">
              <a:lnSpc>
                <a:spcPct val="100000"/>
              </a:lnSpc>
              <a:spcBef>
                <a:spcPts val="1600"/>
              </a:spcBef>
              <a:spcAft>
                <a:spcPts val="0"/>
              </a:spcAft>
              <a:buClr>
                <a:srgbClr val="191919"/>
              </a:buClr>
              <a:buSzPts val="1400"/>
              <a:buFont typeface="Anaheim"/>
              <a:buChar char="○"/>
              <a:defRPr/>
            </a:lvl8pPr>
            <a:lvl9pPr lvl="8" algn="ctr" rtl="0">
              <a:lnSpc>
                <a:spcPct val="100000"/>
              </a:lnSpc>
              <a:spcBef>
                <a:spcPts val="1600"/>
              </a:spcBef>
              <a:spcAft>
                <a:spcPts val="1600"/>
              </a:spcAft>
              <a:buClr>
                <a:srgbClr val="191919"/>
              </a:buClr>
              <a:buSzPts val="1400"/>
              <a:buFont typeface="Anaheim"/>
              <a:buChar char="■"/>
              <a:defRPr/>
            </a:lvl9pPr>
          </a:lstStyle>
          <a:p>
            <a:endParaRPr/>
          </a:p>
        </p:txBody>
      </p:sp>
      <p:grpSp>
        <p:nvGrpSpPr>
          <p:cNvPr id="61" name="Google Shape;61;p7"/>
          <p:cNvGrpSpPr/>
          <p:nvPr/>
        </p:nvGrpSpPr>
        <p:grpSpPr>
          <a:xfrm>
            <a:off x="2734776" y="539500"/>
            <a:ext cx="15903475" cy="15906900"/>
            <a:chOff x="2734776" y="539500"/>
            <a:chExt cx="15903475" cy="15906900"/>
          </a:xfrm>
        </p:grpSpPr>
        <p:sp>
          <p:nvSpPr>
            <p:cNvPr id="62" name="Google Shape;62;p7"/>
            <p:cNvSpPr/>
            <p:nvPr/>
          </p:nvSpPr>
          <p:spPr>
            <a:xfrm rot="2700000">
              <a:off x="7890136" y="2383585"/>
              <a:ext cx="8904030" cy="8904030"/>
            </a:xfrm>
            <a:prstGeom prst="roundRect">
              <a:avLst>
                <a:gd name="adj" fmla="val 16667"/>
              </a:avLst>
            </a:prstGeom>
            <a:solidFill>
              <a:schemeClr val="lt2"/>
            </a:solidFill>
            <a:ln>
              <a:noFill/>
            </a:ln>
            <a:effectLst>
              <a:outerShdw blurRad="342900" dist="66675" dir="10800000" algn="bl" rotWithShape="0">
                <a:schemeClr val="accent6">
                  <a:alpha val="25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sp>
          <p:nvSpPr>
            <p:cNvPr id="63" name="Google Shape;63;p7"/>
            <p:cNvSpPr/>
            <p:nvPr/>
          </p:nvSpPr>
          <p:spPr>
            <a:xfrm rot="-2700000">
              <a:off x="4578861" y="5698285"/>
              <a:ext cx="8904030" cy="8904030"/>
            </a:xfrm>
            <a:prstGeom prst="roundRect">
              <a:avLst>
                <a:gd name="adj" fmla="val 16667"/>
              </a:avLst>
            </a:prstGeom>
            <a:solidFill>
              <a:srgbClr val="F5F6F5">
                <a:alpha val="42410"/>
              </a:srgbClr>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grpSp>
        <p:nvGrpSpPr>
          <p:cNvPr id="64" name="Google Shape;64;p7"/>
          <p:cNvGrpSpPr/>
          <p:nvPr/>
        </p:nvGrpSpPr>
        <p:grpSpPr>
          <a:xfrm>
            <a:off x="-10300074" y="-8206375"/>
            <a:ext cx="13639950" cy="13178425"/>
            <a:chOff x="-10300074" y="-8206375"/>
            <a:chExt cx="13639950" cy="13178425"/>
          </a:xfrm>
        </p:grpSpPr>
        <p:sp>
          <p:nvSpPr>
            <p:cNvPr id="65" name="Google Shape;65;p7"/>
            <p:cNvSpPr/>
            <p:nvPr/>
          </p:nvSpPr>
          <p:spPr>
            <a:xfrm rot="-2700000">
              <a:off x="-7408239" y="-6362290"/>
              <a:ext cx="8904030" cy="8904030"/>
            </a:xfrm>
            <a:prstGeom prst="roundRect">
              <a:avLst>
                <a:gd name="adj" fmla="val 16667"/>
              </a:avLst>
            </a:prstGeom>
            <a:solidFill>
              <a:srgbClr val="F5F6F5">
                <a:alpha val="42410"/>
              </a:srgbClr>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sp>
          <p:nvSpPr>
            <p:cNvPr id="66" name="Google Shape;66;p7"/>
            <p:cNvSpPr/>
            <p:nvPr/>
          </p:nvSpPr>
          <p:spPr>
            <a:xfrm rot="-2700000">
              <a:off x="-8455989" y="-5776065"/>
              <a:ext cx="8904030" cy="8904030"/>
            </a:xfrm>
            <a:prstGeom prst="roundRect">
              <a:avLst>
                <a:gd name="adj" fmla="val 16667"/>
              </a:avLst>
            </a:prstGeom>
            <a:solidFill>
              <a:schemeClr val="accent4"/>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7"/>
        <p:cNvGrpSpPr/>
        <p:nvPr/>
      </p:nvGrpSpPr>
      <p:grpSpPr>
        <a:xfrm>
          <a:off x="0" y="0"/>
          <a:ext cx="0" cy="0"/>
          <a:chOff x="0" y="0"/>
          <a:chExt cx="0" cy="0"/>
        </a:xfrm>
      </p:grpSpPr>
      <p:grpSp>
        <p:nvGrpSpPr>
          <p:cNvPr id="68" name="Google Shape;68;p8"/>
          <p:cNvGrpSpPr/>
          <p:nvPr/>
        </p:nvGrpSpPr>
        <p:grpSpPr>
          <a:xfrm flipH="1">
            <a:off x="-8702574" y="-10106100"/>
            <a:ext cx="17488050" cy="22536300"/>
            <a:chOff x="-381149" y="-10106100"/>
            <a:chExt cx="17488050" cy="22536300"/>
          </a:xfrm>
        </p:grpSpPr>
        <p:sp>
          <p:nvSpPr>
            <p:cNvPr id="69" name="Google Shape;69;p8"/>
            <p:cNvSpPr/>
            <p:nvPr/>
          </p:nvSpPr>
          <p:spPr>
            <a:xfrm rot="8100000">
              <a:off x="1462936" y="-8262015"/>
              <a:ext cx="8904030" cy="890403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sp>
          <p:nvSpPr>
            <p:cNvPr id="70" name="Google Shape;70;p8"/>
            <p:cNvSpPr/>
            <p:nvPr/>
          </p:nvSpPr>
          <p:spPr>
            <a:xfrm rot="2700000">
              <a:off x="6358786" y="1682085"/>
              <a:ext cx="8904030" cy="8904030"/>
            </a:xfrm>
            <a:prstGeom prst="roundRect">
              <a:avLst>
                <a:gd name="adj" fmla="val 16667"/>
              </a:avLst>
            </a:prstGeom>
            <a:solidFill>
              <a:schemeClr val="accent4"/>
            </a:solidFill>
            <a:ln>
              <a:noFill/>
            </a:ln>
            <a:effectLst>
              <a:outerShdw blurRad="342900" dist="66675" dir="10800000" algn="bl" rotWithShape="0">
                <a:schemeClr val="accent6">
                  <a:alpha val="25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sp>
        <p:nvSpPr>
          <p:cNvPr id="71" name="Google Shape;71;p8"/>
          <p:cNvSpPr/>
          <p:nvPr/>
        </p:nvSpPr>
        <p:spPr>
          <a:xfrm rot="2700000" flipH="1">
            <a:off x="2361711" y="-2299365"/>
            <a:ext cx="8904030" cy="8904030"/>
          </a:xfrm>
          <a:prstGeom prst="roundRect">
            <a:avLst>
              <a:gd name="adj" fmla="val 16667"/>
            </a:avLst>
          </a:prstGeom>
          <a:solidFill>
            <a:schemeClr val="lt1"/>
          </a:solidFill>
          <a:ln w="9525" cap="flat" cmpd="sng">
            <a:solidFill>
              <a:schemeClr val="dk2"/>
            </a:solidFill>
            <a:prstDash val="solid"/>
            <a:round/>
            <a:headEnd type="none" w="sm" len="sm"/>
            <a:tailEnd type="none" w="sm" len="sm"/>
          </a:ln>
          <a:effectLst>
            <a:outerShdw blurRad="485775" dist="114300" dir="5400000" algn="bl" rotWithShape="0">
              <a:schemeClr val="accent6">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nvGrpSpPr>
          <p:cNvPr id="72" name="Google Shape;72;p8"/>
          <p:cNvGrpSpPr/>
          <p:nvPr/>
        </p:nvGrpSpPr>
        <p:grpSpPr>
          <a:xfrm flipH="1">
            <a:off x="-9201299" y="-10620450"/>
            <a:ext cx="15815075" cy="18906350"/>
            <a:chOff x="1790551" y="-10620450"/>
            <a:chExt cx="15815075" cy="18906350"/>
          </a:xfrm>
        </p:grpSpPr>
        <p:sp>
          <p:nvSpPr>
            <p:cNvPr id="73" name="Google Shape;73;p8"/>
            <p:cNvSpPr/>
            <p:nvPr/>
          </p:nvSpPr>
          <p:spPr>
            <a:xfrm rot="-2700000">
              <a:off x="3634636" y="-8776365"/>
              <a:ext cx="8904030" cy="8904030"/>
            </a:xfrm>
            <a:prstGeom prst="roundRect">
              <a:avLst>
                <a:gd name="adj" fmla="val 16667"/>
              </a:avLst>
            </a:prstGeom>
            <a:solidFill>
              <a:srgbClr val="F5F6F5">
                <a:alpha val="42410"/>
              </a:srgbClr>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sp>
          <p:nvSpPr>
            <p:cNvPr id="74" name="Google Shape;74;p8"/>
            <p:cNvSpPr/>
            <p:nvPr/>
          </p:nvSpPr>
          <p:spPr>
            <a:xfrm rot="-2700000">
              <a:off x="6857511" y="-2462215"/>
              <a:ext cx="8904030" cy="8904030"/>
            </a:xfrm>
            <a:prstGeom prst="roundRect">
              <a:avLst>
                <a:gd name="adj" fmla="val 16667"/>
              </a:avLst>
            </a:prstGeom>
            <a:solidFill>
              <a:srgbClr val="F5F6F5">
                <a:alpha val="42410"/>
              </a:srgbClr>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sp>
        <p:nvSpPr>
          <p:cNvPr id="75" name="Google Shape;75;p8"/>
          <p:cNvSpPr txBox="1">
            <a:spLocks noGrp="1"/>
          </p:cNvSpPr>
          <p:nvPr>
            <p:ph type="title"/>
          </p:nvPr>
        </p:nvSpPr>
        <p:spPr>
          <a:xfrm>
            <a:off x="3225475" y="2047600"/>
            <a:ext cx="5205300" cy="1048200"/>
          </a:xfrm>
          <a:prstGeom prst="rect">
            <a:avLst/>
          </a:prstGeom>
        </p:spPr>
        <p:txBody>
          <a:bodyPr spcFirstLastPara="1" wrap="square" lIns="91425" tIns="91425" rIns="91425" bIns="91425" anchor="ctr" anchorCtr="0">
            <a:noAutofit/>
          </a:bodyPr>
          <a:lstStyle>
            <a:lvl1pPr lvl="0" algn="r">
              <a:lnSpc>
                <a:spcPct val="80000"/>
              </a:lnSpc>
              <a:spcBef>
                <a:spcPts val="0"/>
              </a:spcBef>
              <a:spcAft>
                <a:spcPts val="0"/>
              </a:spcAft>
              <a:buSzPts val="4800"/>
              <a:buNone/>
              <a:defRPr sz="6000"/>
            </a:lvl1pPr>
            <a:lvl2pPr lvl="1" algn="r">
              <a:spcBef>
                <a:spcPts val="0"/>
              </a:spcBef>
              <a:spcAft>
                <a:spcPts val="0"/>
              </a:spcAft>
              <a:buSzPts val="4800"/>
              <a:buNone/>
              <a:defRPr sz="4800"/>
            </a:lvl2pPr>
            <a:lvl3pPr lvl="2" algn="r">
              <a:spcBef>
                <a:spcPts val="0"/>
              </a:spcBef>
              <a:spcAft>
                <a:spcPts val="0"/>
              </a:spcAft>
              <a:buSzPts val="4800"/>
              <a:buNone/>
              <a:defRPr sz="4800"/>
            </a:lvl3pPr>
            <a:lvl4pPr lvl="3" algn="r">
              <a:spcBef>
                <a:spcPts val="0"/>
              </a:spcBef>
              <a:spcAft>
                <a:spcPts val="0"/>
              </a:spcAft>
              <a:buSzPts val="4800"/>
              <a:buNone/>
              <a:defRPr sz="4800"/>
            </a:lvl4pPr>
            <a:lvl5pPr lvl="4" algn="r">
              <a:spcBef>
                <a:spcPts val="0"/>
              </a:spcBef>
              <a:spcAft>
                <a:spcPts val="0"/>
              </a:spcAft>
              <a:buSzPts val="4800"/>
              <a:buNone/>
              <a:defRPr sz="4800"/>
            </a:lvl5pPr>
            <a:lvl6pPr lvl="5" algn="r">
              <a:spcBef>
                <a:spcPts val="0"/>
              </a:spcBef>
              <a:spcAft>
                <a:spcPts val="0"/>
              </a:spcAft>
              <a:buSzPts val="4800"/>
              <a:buNone/>
              <a:defRPr sz="4800"/>
            </a:lvl6pPr>
            <a:lvl7pPr lvl="6" algn="r">
              <a:spcBef>
                <a:spcPts val="0"/>
              </a:spcBef>
              <a:spcAft>
                <a:spcPts val="0"/>
              </a:spcAft>
              <a:buSzPts val="4800"/>
              <a:buNone/>
              <a:defRPr sz="4800"/>
            </a:lvl7pPr>
            <a:lvl8pPr lvl="7" algn="r">
              <a:spcBef>
                <a:spcPts val="0"/>
              </a:spcBef>
              <a:spcAft>
                <a:spcPts val="0"/>
              </a:spcAft>
              <a:buSzPts val="4800"/>
              <a:buNone/>
              <a:defRPr sz="4800"/>
            </a:lvl8pPr>
            <a:lvl9pPr lvl="8" algn="r">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6"/>
        <p:cNvGrpSpPr/>
        <p:nvPr/>
      </p:nvGrpSpPr>
      <p:grpSpPr>
        <a:xfrm>
          <a:off x="0" y="0"/>
          <a:ext cx="0" cy="0"/>
          <a:chOff x="0" y="0"/>
          <a:chExt cx="0" cy="0"/>
        </a:xfrm>
      </p:grpSpPr>
      <p:grpSp>
        <p:nvGrpSpPr>
          <p:cNvPr id="77" name="Google Shape;77;p9"/>
          <p:cNvGrpSpPr/>
          <p:nvPr/>
        </p:nvGrpSpPr>
        <p:grpSpPr>
          <a:xfrm>
            <a:off x="399901" y="-10106100"/>
            <a:ext cx="17488050" cy="22536300"/>
            <a:chOff x="-381149" y="-10106100"/>
            <a:chExt cx="17488050" cy="22536300"/>
          </a:xfrm>
        </p:grpSpPr>
        <p:sp>
          <p:nvSpPr>
            <p:cNvPr id="78" name="Google Shape;78;p9"/>
            <p:cNvSpPr/>
            <p:nvPr/>
          </p:nvSpPr>
          <p:spPr>
            <a:xfrm rot="8100000">
              <a:off x="1462936" y="-8262015"/>
              <a:ext cx="8904030" cy="8904030"/>
            </a:xfrm>
            <a:prstGeom prst="roundRect">
              <a:avLst>
                <a:gd name="adj" fmla="val 16667"/>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sp>
          <p:nvSpPr>
            <p:cNvPr id="79" name="Google Shape;79;p9"/>
            <p:cNvSpPr/>
            <p:nvPr/>
          </p:nvSpPr>
          <p:spPr>
            <a:xfrm rot="2700000">
              <a:off x="6358786" y="1682085"/>
              <a:ext cx="8904030" cy="8904030"/>
            </a:xfrm>
            <a:prstGeom prst="roundRect">
              <a:avLst>
                <a:gd name="adj" fmla="val 16667"/>
              </a:avLst>
            </a:prstGeom>
            <a:solidFill>
              <a:schemeClr val="lt2"/>
            </a:solidFill>
            <a:ln>
              <a:noFill/>
            </a:ln>
            <a:effectLst>
              <a:outerShdw blurRad="342900" dist="66675" dir="10800000" algn="bl" rotWithShape="0">
                <a:schemeClr val="accent6">
                  <a:alpha val="25999"/>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sp>
        <p:nvSpPr>
          <p:cNvPr id="80" name="Google Shape;80;p9"/>
          <p:cNvSpPr/>
          <p:nvPr/>
        </p:nvSpPr>
        <p:spPr>
          <a:xfrm rot="-2700000">
            <a:off x="-2080364" y="-2299365"/>
            <a:ext cx="8904030" cy="8904030"/>
          </a:xfrm>
          <a:prstGeom prst="roundRect">
            <a:avLst>
              <a:gd name="adj" fmla="val 16667"/>
            </a:avLst>
          </a:prstGeom>
          <a:solidFill>
            <a:schemeClr val="lt1"/>
          </a:solidFill>
          <a:ln w="9525" cap="flat" cmpd="sng">
            <a:solidFill>
              <a:schemeClr val="dk2"/>
            </a:solidFill>
            <a:prstDash val="solid"/>
            <a:round/>
            <a:headEnd type="none" w="sm" len="sm"/>
            <a:tailEnd type="none" w="sm" len="sm"/>
          </a:ln>
          <a:effectLst>
            <a:outerShdw blurRad="485775" dist="114300" dir="5400000" algn="bl" rotWithShape="0">
              <a:schemeClr val="accent6">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nvGrpSpPr>
          <p:cNvPr id="81" name="Google Shape;81;p9"/>
          <p:cNvGrpSpPr/>
          <p:nvPr/>
        </p:nvGrpSpPr>
        <p:grpSpPr>
          <a:xfrm>
            <a:off x="2571601" y="-10620450"/>
            <a:ext cx="15815075" cy="18906350"/>
            <a:chOff x="1790551" y="-10620450"/>
            <a:chExt cx="15815075" cy="18906350"/>
          </a:xfrm>
        </p:grpSpPr>
        <p:sp>
          <p:nvSpPr>
            <p:cNvPr id="82" name="Google Shape;82;p9"/>
            <p:cNvSpPr/>
            <p:nvPr/>
          </p:nvSpPr>
          <p:spPr>
            <a:xfrm rot="-2700000">
              <a:off x="3634636" y="-8776365"/>
              <a:ext cx="8904030" cy="8904030"/>
            </a:xfrm>
            <a:prstGeom prst="roundRect">
              <a:avLst>
                <a:gd name="adj" fmla="val 16667"/>
              </a:avLst>
            </a:prstGeom>
            <a:solidFill>
              <a:srgbClr val="F5F6F5">
                <a:alpha val="42410"/>
              </a:srgbClr>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sp>
          <p:nvSpPr>
            <p:cNvPr id="83" name="Google Shape;83;p9"/>
            <p:cNvSpPr/>
            <p:nvPr/>
          </p:nvSpPr>
          <p:spPr>
            <a:xfrm rot="-2700000">
              <a:off x="6857511" y="-2462215"/>
              <a:ext cx="8904030" cy="8904030"/>
            </a:xfrm>
            <a:prstGeom prst="roundRect">
              <a:avLst>
                <a:gd name="adj" fmla="val 16667"/>
              </a:avLst>
            </a:prstGeom>
            <a:solidFill>
              <a:srgbClr val="F5F6F5">
                <a:alpha val="42410"/>
              </a:srgbClr>
            </a:solidFill>
            <a:ln w="9525" cap="flat" cmpd="sng">
              <a:solidFill>
                <a:schemeClr val="lt1"/>
              </a:solidFill>
              <a:prstDash val="solid"/>
              <a:round/>
              <a:headEnd type="none" w="sm" len="sm"/>
              <a:tailEnd type="none" w="sm" len="sm"/>
            </a:ln>
            <a:effectLst>
              <a:outerShdw blurRad="342900" dist="133350" dir="5400000" algn="bl" rotWithShape="0">
                <a:schemeClr val="accent5">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arker Grotesque"/>
                <a:ea typeface="Darker Grotesque"/>
                <a:cs typeface="Darker Grotesque"/>
                <a:sym typeface="Darker Grotesque"/>
              </a:endParaRPr>
            </a:p>
          </p:txBody>
        </p:sp>
      </p:grpSp>
      <p:sp>
        <p:nvSpPr>
          <p:cNvPr id="84" name="Google Shape;84;p9"/>
          <p:cNvSpPr txBox="1">
            <a:spLocks noGrp="1"/>
          </p:cNvSpPr>
          <p:nvPr>
            <p:ph type="title"/>
          </p:nvPr>
        </p:nvSpPr>
        <p:spPr>
          <a:xfrm>
            <a:off x="713225" y="1374650"/>
            <a:ext cx="4872900" cy="1460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9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5" name="Google Shape;85;p9"/>
          <p:cNvSpPr txBox="1">
            <a:spLocks noGrp="1"/>
          </p:cNvSpPr>
          <p:nvPr>
            <p:ph type="subTitle" idx="1"/>
          </p:nvPr>
        </p:nvSpPr>
        <p:spPr>
          <a:xfrm>
            <a:off x="713225" y="2923575"/>
            <a:ext cx="4872900" cy="6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0"/>
          <p:cNvSpPr>
            <a:spLocks noGrp="1"/>
          </p:cNvSpPr>
          <p:nvPr>
            <p:ph type="pic" idx="2"/>
          </p:nvPr>
        </p:nvSpPr>
        <p:spPr>
          <a:xfrm>
            <a:off x="-6650" y="-6650"/>
            <a:ext cx="9150600" cy="5143500"/>
          </a:xfrm>
          <a:prstGeom prst="rect">
            <a:avLst/>
          </a:prstGeom>
          <a:noFill/>
          <a:ln>
            <a:noFill/>
          </a:ln>
        </p:spPr>
      </p:sp>
      <p:sp>
        <p:nvSpPr>
          <p:cNvPr id="88" name="Google Shape;88;p10"/>
          <p:cNvSpPr txBox="1">
            <a:spLocks noGrp="1"/>
          </p:cNvSpPr>
          <p:nvPr>
            <p:ph type="title"/>
          </p:nvPr>
        </p:nvSpPr>
        <p:spPr>
          <a:xfrm>
            <a:off x="720000" y="3962400"/>
            <a:ext cx="7704000" cy="624900"/>
          </a:xfrm>
          <a:prstGeom prst="rect">
            <a:avLst/>
          </a:prstGeom>
          <a:solidFill>
            <a:schemeClr val="lt1"/>
          </a:solidFill>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1pPr>
            <a:lvl2pPr lvl="1"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2pPr>
            <a:lvl3pPr lvl="2"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3pPr>
            <a:lvl4pPr lvl="3"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4pPr>
            <a:lvl5pPr lvl="4"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5pPr>
            <a:lvl6pPr lvl="5"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6pPr>
            <a:lvl7pPr lvl="6"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7pPr>
            <a:lvl8pPr lvl="7"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8pPr>
            <a:lvl9pPr lvl="8" rtl="0">
              <a:spcBef>
                <a:spcPts val="0"/>
              </a:spcBef>
              <a:spcAft>
                <a:spcPts val="0"/>
              </a:spcAft>
              <a:buClr>
                <a:schemeClr val="dk1"/>
              </a:buClr>
              <a:buSzPts val="2800"/>
              <a:buFont typeface="Urbanist"/>
              <a:buNone/>
              <a:defRPr sz="2800" b="1">
                <a:solidFill>
                  <a:schemeClr val="dk1"/>
                </a:solidFill>
                <a:latin typeface="Urbanist"/>
                <a:ea typeface="Urbanist"/>
                <a:cs typeface="Urbanist"/>
                <a:sym typeface="Urbanis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1pPr>
            <a:lvl2pPr marL="914400" lvl="1" indent="-317500">
              <a:lnSpc>
                <a:spcPct val="100000"/>
              </a:lnSpc>
              <a:spcBef>
                <a:spcPts val="1600"/>
              </a:spcBef>
              <a:spcAft>
                <a:spcPts val="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2pPr>
            <a:lvl3pPr marL="1371600" lvl="2" indent="-317500">
              <a:lnSpc>
                <a:spcPct val="100000"/>
              </a:lnSpc>
              <a:spcBef>
                <a:spcPts val="1600"/>
              </a:spcBef>
              <a:spcAft>
                <a:spcPts val="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3pPr>
            <a:lvl4pPr marL="1828800" lvl="3" indent="-317500">
              <a:lnSpc>
                <a:spcPct val="100000"/>
              </a:lnSpc>
              <a:spcBef>
                <a:spcPts val="1600"/>
              </a:spcBef>
              <a:spcAft>
                <a:spcPts val="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4pPr>
            <a:lvl5pPr marL="2286000" lvl="4" indent="-317500">
              <a:lnSpc>
                <a:spcPct val="100000"/>
              </a:lnSpc>
              <a:spcBef>
                <a:spcPts val="1600"/>
              </a:spcBef>
              <a:spcAft>
                <a:spcPts val="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5pPr>
            <a:lvl6pPr marL="2743200" lvl="5" indent="-317500">
              <a:lnSpc>
                <a:spcPct val="100000"/>
              </a:lnSpc>
              <a:spcBef>
                <a:spcPts val="1600"/>
              </a:spcBef>
              <a:spcAft>
                <a:spcPts val="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6pPr>
            <a:lvl7pPr marL="3200400" lvl="6" indent="-317500">
              <a:lnSpc>
                <a:spcPct val="100000"/>
              </a:lnSpc>
              <a:spcBef>
                <a:spcPts val="1600"/>
              </a:spcBef>
              <a:spcAft>
                <a:spcPts val="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7pPr>
            <a:lvl8pPr marL="3657600" lvl="7" indent="-317500">
              <a:lnSpc>
                <a:spcPct val="100000"/>
              </a:lnSpc>
              <a:spcBef>
                <a:spcPts val="1600"/>
              </a:spcBef>
              <a:spcAft>
                <a:spcPts val="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8pPr>
            <a:lvl9pPr marL="4114800" lvl="8" indent="-317500">
              <a:lnSpc>
                <a:spcPct val="100000"/>
              </a:lnSpc>
              <a:spcBef>
                <a:spcPts val="1600"/>
              </a:spcBef>
              <a:spcAft>
                <a:spcPts val="1600"/>
              </a:spcAft>
              <a:buClr>
                <a:schemeClr val="dk1"/>
              </a:buClr>
              <a:buSzPts val="1400"/>
              <a:buFont typeface="Darker Grotesque Medium"/>
              <a:buChar char="■"/>
              <a:defRPr>
                <a:solidFill>
                  <a:schemeClr val="dk1"/>
                </a:solidFill>
                <a:latin typeface="Darker Grotesque Medium"/>
                <a:ea typeface="Darker Grotesque Medium"/>
                <a:cs typeface="Darker Grotesque Medium"/>
                <a:sym typeface="Darker Grotesque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6"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8694" y="535952"/>
            <a:ext cx="5543519" cy="2348400"/>
          </a:xfrm>
        </p:spPr>
        <p:txBody>
          <a:bodyPr/>
          <a:lstStyle/>
          <a:p>
            <a:r>
              <a:rPr lang="en-US" sz="2400" dirty="0" smtClean="0"/>
              <a:t>DEEP REINFORCEMENT LEARNING-BASED </a:t>
            </a:r>
            <a:r>
              <a:rPr lang="en-US" sz="2400" dirty="0" smtClean="0">
                <a:solidFill>
                  <a:srgbClr val="0070C0"/>
                </a:solidFill>
              </a:rPr>
              <a:t>ANOMALY DETECTION</a:t>
            </a:r>
            <a:r>
              <a:rPr lang="en-US" sz="2400" dirty="0" smtClean="0"/>
              <a:t> USING </a:t>
            </a:r>
            <a:r>
              <a:rPr lang="en-US" sz="2400" dirty="0" smtClean="0">
                <a:solidFill>
                  <a:srgbClr val="7030A0"/>
                </a:solidFill>
              </a:rPr>
              <a:t>DQN, DOUBLE DQN, AND DUELING</a:t>
            </a:r>
            <a:r>
              <a:rPr lang="en-US" sz="2400" dirty="0" smtClean="0"/>
              <a:t> </a:t>
            </a:r>
            <a:r>
              <a:rPr lang="en-US" sz="2400" dirty="0" smtClean="0">
                <a:solidFill>
                  <a:srgbClr val="7030A0"/>
                </a:solidFill>
              </a:rPr>
              <a:t>DQN </a:t>
            </a:r>
            <a:r>
              <a:rPr lang="en-US" sz="2400" dirty="0" smtClean="0"/>
              <a:t>ON </a:t>
            </a:r>
            <a:r>
              <a:rPr lang="en-US" sz="2400" dirty="0" smtClean="0">
                <a:solidFill>
                  <a:srgbClr val="0070C0"/>
                </a:solidFill>
              </a:rPr>
              <a:t>CERT INSIDER THREAT DATASET</a:t>
            </a:r>
            <a:r>
              <a:rPr lang="en-US" sz="2400" dirty="0" smtClean="0"/>
              <a:t/>
            </a:r>
            <a:br>
              <a:rPr lang="en-US" sz="2400" dirty="0" smtClean="0"/>
            </a:br>
            <a:endParaRPr lang="en-US" sz="2400" dirty="0"/>
          </a:p>
        </p:txBody>
      </p:sp>
      <p:sp>
        <p:nvSpPr>
          <p:cNvPr id="3" name="Subtitle 2"/>
          <p:cNvSpPr>
            <a:spLocks noGrp="1"/>
          </p:cNvSpPr>
          <p:nvPr>
            <p:ph type="subTitle" idx="1"/>
          </p:nvPr>
        </p:nvSpPr>
        <p:spPr>
          <a:xfrm>
            <a:off x="-821267" y="2272828"/>
            <a:ext cx="7721600" cy="1568869"/>
          </a:xfrm>
        </p:spPr>
        <p:txBody>
          <a:bodyPr/>
          <a:lstStyle/>
          <a:p>
            <a:pPr algn="ctr"/>
            <a:r>
              <a:rPr lang="en-US" dirty="0"/>
              <a:t>by</a:t>
            </a:r>
          </a:p>
          <a:p>
            <a:pPr algn="ctr"/>
            <a:r>
              <a:rPr lang="en-US" sz="2400" b="1" dirty="0">
                <a:solidFill>
                  <a:srgbClr val="7030A0"/>
                </a:solidFill>
              </a:rPr>
              <a:t>TAIMOOR </a:t>
            </a:r>
            <a:r>
              <a:rPr lang="en-US" sz="2400" b="1" dirty="0" smtClean="0">
                <a:solidFill>
                  <a:srgbClr val="7030A0"/>
                </a:solidFill>
              </a:rPr>
              <a:t>AHMAD </a:t>
            </a:r>
            <a:r>
              <a:rPr lang="en-US" sz="1800" b="1" dirty="0" smtClean="0">
                <a:solidFill>
                  <a:schemeClr val="tx1"/>
                </a:solidFill>
              </a:rPr>
              <a:t>(</a:t>
            </a:r>
            <a:r>
              <a:rPr lang="en-US" sz="1800" b="1" dirty="0" smtClean="0"/>
              <a:t>20054191)</a:t>
            </a:r>
          </a:p>
          <a:p>
            <a:pPr algn="ctr"/>
            <a:r>
              <a:rPr lang="en-US" sz="2400" b="1" dirty="0" smtClean="0">
                <a:solidFill>
                  <a:srgbClr val="7030A0"/>
                </a:solidFill>
              </a:rPr>
              <a:t>MD. DANEEL KHAN </a:t>
            </a:r>
            <a:r>
              <a:rPr lang="en-US" sz="1800" b="1" dirty="0" smtClean="0">
                <a:solidFill>
                  <a:schemeClr val="tx1"/>
                </a:solidFill>
              </a:rPr>
              <a:t>(</a:t>
            </a:r>
            <a:r>
              <a:rPr lang="en-US" sz="1800" b="1" dirty="0"/>
              <a:t>20084451</a:t>
            </a:r>
            <a:r>
              <a:rPr lang="en-US" sz="1800" b="1" dirty="0" smtClean="0"/>
              <a:t>)</a:t>
            </a:r>
            <a:endParaRPr lang="en-US" sz="1800" b="1" dirty="0"/>
          </a:p>
          <a:p>
            <a:pPr algn="ctr"/>
            <a:r>
              <a:rPr lang="en-US" sz="2400" b="1" dirty="0">
                <a:solidFill>
                  <a:srgbClr val="7030A0"/>
                </a:solidFill>
              </a:rPr>
              <a:t>Sayed </a:t>
            </a:r>
            <a:r>
              <a:rPr lang="en-US" sz="2400" b="1" dirty="0" err="1">
                <a:solidFill>
                  <a:srgbClr val="7030A0"/>
                </a:solidFill>
              </a:rPr>
              <a:t>Muneeb</a:t>
            </a:r>
            <a:r>
              <a:rPr lang="en-US" sz="2400" b="1" dirty="0">
                <a:solidFill>
                  <a:srgbClr val="7030A0"/>
                </a:solidFill>
              </a:rPr>
              <a:t> Ahmed </a:t>
            </a:r>
            <a:r>
              <a:rPr lang="en-US" sz="2400" b="1" dirty="0" err="1">
                <a:solidFill>
                  <a:srgbClr val="7030A0"/>
                </a:solidFill>
              </a:rPr>
              <a:t>Bukhari</a:t>
            </a:r>
            <a:r>
              <a:rPr lang="en-US" sz="2400" b="1" dirty="0">
                <a:solidFill>
                  <a:srgbClr val="7030A0"/>
                </a:solidFill>
              </a:rPr>
              <a:t> </a:t>
            </a:r>
            <a:r>
              <a:rPr lang="en-US" sz="1800" b="1" dirty="0" smtClean="0">
                <a:solidFill>
                  <a:schemeClr val="tx1"/>
                </a:solidFill>
              </a:rPr>
              <a:t>(</a:t>
            </a:r>
            <a:r>
              <a:rPr lang="en-US" sz="1800" b="1" dirty="0"/>
              <a:t>20093306</a:t>
            </a:r>
            <a:r>
              <a:rPr lang="en-US" sz="1800" b="1" dirty="0" smtClean="0"/>
              <a:t>)</a:t>
            </a:r>
            <a:endParaRPr lang="en-US" sz="1800" b="1" dirty="0"/>
          </a:p>
          <a:p>
            <a:pPr algn="ctr"/>
            <a:r>
              <a:rPr lang="en-US" sz="2400" b="1" dirty="0" smtClean="0">
                <a:solidFill>
                  <a:srgbClr val="7030A0"/>
                </a:solidFill>
              </a:rPr>
              <a:t>SARMAD BIN ARSHAD </a:t>
            </a:r>
            <a:r>
              <a:rPr lang="en-US" sz="1800" b="1" dirty="0" smtClean="0">
                <a:solidFill>
                  <a:schemeClr val="tx1"/>
                </a:solidFill>
              </a:rPr>
              <a:t>(</a:t>
            </a:r>
            <a:r>
              <a:rPr lang="en-US" sz="1800" b="1" dirty="0"/>
              <a:t>20089255</a:t>
            </a:r>
            <a:r>
              <a:rPr lang="en-US" sz="1800" b="1" dirty="0" smtClean="0"/>
              <a:t>)</a:t>
            </a:r>
            <a:endParaRPr lang="en-US" sz="1800" b="1" dirty="0"/>
          </a:p>
          <a:p>
            <a:pPr algn="ctr"/>
            <a:r>
              <a:rPr lang="en-US" sz="2400" b="1" dirty="0" smtClean="0">
                <a:solidFill>
                  <a:srgbClr val="7030A0"/>
                </a:solidFill>
              </a:rPr>
              <a:t>USAMA MURTAZA </a:t>
            </a:r>
            <a:r>
              <a:rPr lang="en-US" sz="1800" b="1" dirty="0" smtClean="0">
                <a:solidFill>
                  <a:schemeClr val="tx1"/>
                </a:solidFill>
              </a:rPr>
              <a:t>(</a:t>
            </a:r>
            <a:r>
              <a:rPr lang="en-US" sz="1800" b="1" dirty="0"/>
              <a:t>20060983</a:t>
            </a:r>
            <a:r>
              <a:rPr lang="en-US" sz="1800" b="1" dirty="0" smtClean="0"/>
              <a:t>)</a:t>
            </a:r>
            <a:endParaRPr lang="en-US" sz="1800" b="1" dirty="0"/>
          </a:p>
          <a:p>
            <a:pPr algn="ctr"/>
            <a:endParaRPr lang="en-US" sz="1800" b="1" dirty="0" smtClean="0"/>
          </a:p>
          <a:p>
            <a:pPr algn="ctr"/>
            <a:endParaRPr lang="en-US" sz="1800" b="1" dirty="0"/>
          </a:p>
        </p:txBody>
      </p:sp>
    </p:spTree>
    <p:extLst>
      <p:ext uri="{BB962C8B-B14F-4D97-AF65-F5344CB8AC3E}">
        <p14:creationId xmlns:p14="http://schemas.microsoft.com/office/powerpoint/2010/main" val="3132589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Subtitle 2"/>
          <p:cNvSpPr>
            <a:spLocks noGrp="1"/>
          </p:cNvSpPr>
          <p:nvPr>
            <p:ph type="subTitle" idx="1"/>
          </p:nvPr>
        </p:nvSpPr>
        <p:spPr>
          <a:xfrm>
            <a:off x="720000" y="922854"/>
            <a:ext cx="7710900" cy="3927750"/>
          </a:xfrm>
        </p:spPr>
        <p:txBody>
          <a:bodyPr/>
          <a:lstStyle/>
          <a:p>
            <a:pPr>
              <a:lnSpc>
                <a:spcPct val="150000"/>
              </a:lnSpc>
            </a:pPr>
            <a:r>
              <a:rPr lang="en-US" sz="1600" dirty="0" smtClean="0"/>
              <a:t>Background </a:t>
            </a:r>
            <a:r>
              <a:rPr lang="en-US" sz="1600" dirty="0"/>
              <a:t>of the Project</a:t>
            </a:r>
          </a:p>
          <a:p>
            <a:pPr lvl="1" algn="l">
              <a:lnSpc>
                <a:spcPct val="150000"/>
              </a:lnSpc>
              <a:spcBef>
                <a:spcPts val="0"/>
              </a:spcBef>
            </a:pPr>
            <a:r>
              <a:rPr lang="en-US" sz="1600" dirty="0"/>
              <a:t>Insider Threats Are Difficult to Detect </a:t>
            </a:r>
          </a:p>
          <a:p>
            <a:pPr lvl="1" algn="l">
              <a:lnSpc>
                <a:spcPct val="150000"/>
              </a:lnSpc>
              <a:spcBef>
                <a:spcPts val="0"/>
              </a:spcBef>
            </a:pPr>
            <a:r>
              <a:rPr lang="en-US" sz="1600" dirty="0"/>
              <a:t>Traditional Security Methods Lack Adaptability </a:t>
            </a:r>
          </a:p>
          <a:p>
            <a:pPr lvl="1" algn="l">
              <a:lnSpc>
                <a:spcPct val="150000"/>
              </a:lnSpc>
              <a:spcBef>
                <a:spcPts val="0"/>
              </a:spcBef>
            </a:pPr>
            <a:r>
              <a:rPr lang="en-US" sz="1600" dirty="0"/>
              <a:t>Dynamic </a:t>
            </a:r>
            <a:r>
              <a:rPr lang="en-US" sz="1600" dirty="0" err="1"/>
              <a:t>Behaviour</a:t>
            </a:r>
            <a:r>
              <a:rPr lang="en-US" sz="1600" dirty="0"/>
              <a:t> Requires Intelligent Learning </a:t>
            </a:r>
          </a:p>
          <a:p>
            <a:r>
              <a:rPr lang="en-US" sz="1600" dirty="0" smtClean="0"/>
              <a:t>Objectives of the Project</a:t>
            </a:r>
            <a:endParaRPr lang="en-US" sz="1600" dirty="0"/>
          </a:p>
          <a:p>
            <a:pPr lvl="1" algn="l">
              <a:lnSpc>
                <a:spcPct val="150000"/>
              </a:lnSpc>
              <a:spcBef>
                <a:spcPts val="0"/>
              </a:spcBef>
            </a:pPr>
            <a:r>
              <a:rPr lang="en-US" sz="1600" dirty="0"/>
              <a:t>Develop Adaptive RL Detection System </a:t>
            </a:r>
          </a:p>
          <a:p>
            <a:pPr lvl="1" algn="l">
              <a:lnSpc>
                <a:spcPct val="150000"/>
              </a:lnSpc>
              <a:spcBef>
                <a:spcPts val="0"/>
              </a:spcBef>
            </a:pPr>
            <a:r>
              <a:rPr lang="en-US" sz="1600" dirty="0"/>
              <a:t>Learn User </a:t>
            </a:r>
            <a:r>
              <a:rPr lang="en-US" sz="1600" dirty="0" err="1"/>
              <a:t>Behaviour</a:t>
            </a:r>
            <a:r>
              <a:rPr lang="en-US" sz="1600" dirty="0"/>
              <a:t> Through Interaction </a:t>
            </a:r>
          </a:p>
          <a:p>
            <a:pPr lvl="1" algn="l">
              <a:lnSpc>
                <a:spcPct val="150000"/>
              </a:lnSpc>
              <a:spcBef>
                <a:spcPts val="0"/>
              </a:spcBef>
            </a:pPr>
            <a:r>
              <a:rPr lang="en-US" sz="1600" dirty="0"/>
              <a:t>Compare DQN-Based Learning Models </a:t>
            </a:r>
          </a:p>
          <a:p>
            <a:r>
              <a:rPr lang="en-US" sz="1600" dirty="0"/>
              <a:t>Objectives of the Project</a:t>
            </a:r>
          </a:p>
          <a:p>
            <a:pPr lvl="1" algn="l">
              <a:lnSpc>
                <a:spcPct val="150000"/>
              </a:lnSpc>
              <a:spcBef>
                <a:spcPts val="0"/>
              </a:spcBef>
            </a:pPr>
            <a:r>
              <a:rPr lang="en-US" sz="1600" dirty="0"/>
              <a:t>Improved Insider Threat Identification </a:t>
            </a:r>
          </a:p>
          <a:p>
            <a:pPr lvl="1" algn="l">
              <a:lnSpc>
                <a:spcPct val="150000"/>
              </a:lnSpc>
              <a:spcBef>
                <a:spcPts val="0"/>
              </a:spcBef>
            </a:pPr>
            <a:r>
              <a:rPr lang="en-US" sz="1600" dirty="0"/>
              <a:t>Automated Security Decision Making </a:t>
            </a:r>
          </a:p>
          <a:p>
            <a:pPr lvl="1" algn="l">
              <a:lnSpc>
                <a:spcPct val="150000"/>
              </a:lnSpc>
              <a:spcBef>
                <a:spcPts val="0"/>
              </a:spcBef>
            </a:pPr>
            <a:r>
              <a:rPr lang="en-US" sz="1600" dirty="0"/>
              <a:t>Continuous Learning From New </a:t>
            </a:r>
            <a:r>
              <a:rPr lang="en-US" sz="1600" dirty="0" err="1"/>
              <a:t>Behaviours</a:t>
            </a:r>
            <a:endParaRPr lang="en-US" sz="1600" dirty="0"/>
          </a:p>
          <a:p>
            <a:pPr>
              <a:lnSpc>
                <a:spcPct val="150000"/>
              </a:lnSpc>
            </a:pPr>
            <a:endParaRPr lang="en-US" sz="1600" dirty="0"/>
          </a:p>
          <a:p>
            <a:pPr lvl="1" algn="l">
              <a:lnSpc>
                <a:spcPct val="150000"/>
              </a:lnSpc>
              <a:spcBef>
                <a:spcPts val="0"/>
              </a:spcBef>
            </a:pPr>
            <a:endParaRPr lang="en-US" sz="1600" dirty="0">
              <a:solidFill>
                <a:schemeClr val="tx1"/>
              </a:solidFill>
            </a:endParaRPr>
          </a:p>
        </p:txBody>
      </p:sp>
    </p:spTree>
    <p:extLst>
      <p:ext uri="{BB962C8B-B14F-4D97-AF65-F5344CB8AC3E}">
        <p14:creationId xmlns:p14="http://schemas.microsoft.com/office/powerpoint/2010/main" val="10265866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Subtitle 2"/>
          <p:cNvSpPr>
            <a:spLocks noGrp="1"/>
          </p:cNvSpPr>
          <p:nvPr>
            <p:ph type="subTitle" idx="1"/>
          </p:nvPr>
        </p:nvSpPr>
        <p:spPr>
          <a:xfrm>
            <a:off x="720000" y="964406"/>
            <a:ext cx="8424000" cy="4179094"/>
          </a:xfrm>
        </p:spPr>
        <p:txBody>
          <a:bodyPr/>
          <a:lstStyle/>
          <a:p>
            <a:r>
              <a:rPr lang="en-US" sz="1600" dirty="0"/>
              <a:t>Current Challenges</a:t>
            </a:r>
          </a:p>
          <a:p>
            <a:pPr lvl="1" algn="l">
              <a:lnSpc>
                <a:spcPct val="150000"/>
              </a:lnSpc>
              <a:spcBef>
                <a:spcPts val="0"/>
              </a:spcBef>
            </a:pPr>
            <a:r>
              <a:rPr lang="en-US" sz="1600" dirty="0"/>
              <a:t>Insider Threats Hidden Within Normal Activities </a:t>
            </a:r>
          </a:p>
          <a:p>
            <a:pPr lvl="1" algn="l">
              <a:lnSpc>
                <a:spcPct val="150000"/>
              </a:lnSpc>
              <a:spcBef>
                <a:spcPts val="0"/>
              </a:spcBef>
            </a:pPr>
            <a:r>
              <a:rPr lang="en-US" sz="1600" dirty="0"/>
              <a:t>User </a:t>
            </a:r>
            <a:r>
              <a:rPr lang="en-US" sz="1600" dirty="0" smtClean="0"/>
              <a:t>Behaviors </a:t>
            </a:r>
            <a:r>
              <a:rPr lang="en-US" sz="1600" dirty="0"/>
              <a:t>Changes Over Time </a:t>
            </a:r>
          </a:p>
          <a:p>
            <a:pPr lvl="1" algn="l">
              <a:lnSpc>
                <a:spcPct val="150000"/>
              </a:lnSpc>
              <a:spcBef>
                <a:spcPts val="0"/>
              </a:spcBef>
            </a:pPr>
            <a:r>
              <a:rPr lang="en-US" sz="1600" dirty="0"/>
              <a:t>Existing Detection Models Lack Adaptability </a:t>
            </a:r>
          </a:p>
          <a:p>
            <a:r>
              <a:rPr lang="en-US" sz="1600" dirty="0" smtClean="0"/>
              <a:t>Research Gap</a:t>
            </a:r>
            <a:endParaRPr lang="en-US" sz="1600" dirty="0"/>
          </a:p>
          <a:p>
            <a:pPr lvl="1" algn="l">
              <a:lnSpc>
                <a:spcPct val="150000"/>
              </a:lnSpc>
              <a:spcBef>
                <a:spcPts val="0"/>
              </a:spcBef>
            </a:pPr>
            <a:r>
              <a:rPr lang="en-US" sz="1600" dirty="0"/>
              <a:t>Static Rules Fail Against Dynamic Threats </a:t>
            </a:r>
          </a:p>
          <a:p>
            <a:pPr lvl="1" algn="l">
              <a:lnSpc>
                <a:spcPct val="150000"/>
              </a:lnSpc>
              <a:spcBef>
                <a:spcPts val="0"/>
              </a:spcBef>
            </a:pPr>
            <a:r>
              <a:rPr lang="en-US" sz="1600" dirty="0"/>
              <a:t>Limited Learning From New Patterns </a:t>
            </a:r>
          </a:p>
          <a:p>
            <a:pPr lvl="1" algn="l">
              <a:lnSpc>
                <a:spcPct val="150000"/>
              </a:lnSpc>
              <a:spcBef>
                <a:spcPts val="0"/>
              </a:spcBef>
            </a:pPr>
            <a:r>
              <a:rPr lang="en-US" sz="1600" dirty="0"/>
              <a:t>Need For Adaptive Decision System </a:t>
            </a:r>
          </a:p>
          <a:p>
            <a:r>
              <a:rPr lang="en-US" sz="1600" dirty="0" smtClean="0"/>
              <a:t>Proposed Solution </a:t>
            </a:r>
            <a:endParaRPr lang="en-US" sz="1600" dirty="0"/>
          </a:p>
          <a:p>
            <a:pPr lvl="1" algn="l">
              <a:lnSpc>
                <a:spcPct val="150000"/>
              </a:lnSpc>
              <a:spcBef>
                <a:spcPts val="0"/>
              </a:spcBef>
            </a:pPr>
            <a:r>
              <a:rPr lang="en-US" sz="1600" dirty="0"/>
              <a:t>Reinforcement Learning-Based Threat Detection </a:t>
            </a:r>
          </a:p>
          <a:p>
            <a:pPr lvl="1" algn="l">
              <a:lnSpc>
                <a:spcPct val="150000"/>
              </a:lnSpc>
              <a:spcBef>
                <a:spcPts val="0"/>
              </a:spcBef>
            </a:pPr>
            <a:r>
              <a:rPr lang="en-US" sz="1600" dirty="0"/>
              <a:t>Agent Learns Through Reward Feedback </a:t>
            </a:r>
          </a:p>
          <a:p>
            <a:pPr lvl="1" algn="l">
              <a:lnSpc>
                <a:spcPct val="150000"/>
              </a:lnSpc>
              <a:spcBef>
                <a:spcPts val="0"/>
              </a:spcBef>
            </a:pPr>
            <a:r>
              <a:rPr lang="en-US" sz="1600" dirty="0"/>
              <a:t>Adaptive User </a:t>
            </a:r>
            <a:r>
              <a:rPr lang="en-US" sz="1600" dirty="0" err="1"/>
              <a:t>Behaviour</a:t>
            </a:r>
            <a:r>
              <a:rPr lang="en-US" sz="1600" dirty="0"/>
              <a:t> Analysis Framework</a:t>
            </a:r>
          </a:p>
          <a:p>
            <a:pPr marL="139700" lvl="1" indent="0" algn="l">
              <a:lnSpc>
                <a:spcPct val="150000"/>
              </a:lnSpc>
              <a:spcBef>
                <a:spcPts val="0"/>
              </a:spcBef>
              <a:buNone/>
            </a:pPr>
            <a:endParaRPr lang="en-US" sz="1600" dirty="0"/>
          </a:p>
          <a:p>
            <a:endParaRPr lang="en-US" sz="1600" dirty="0"/>
          </a:p>
        </p:txBody>
      </p:sp>
    </p:spTree>
    <p:extLst>
      <p:ext uri="{BB962C8B-B14F-4D97-AF65-F5344CB8AC3E}">
        <p14:creationId xmlns:p14="http://schemas.microsoft.com/office/powerpoint/2010/main" val="2541713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REINFORCEMENT LEARNING? </a:t>
            </a:r>
            <a:endParaRPr lang="en-US" dirty="0"/>
          </a:p>
        </p:txBody>
      </p:sp>
      <p:sp>
        <p:nvSpPr>
          <p:cNvPr id="3" name="Subtitle 2"/>
          <p:cNvSpPr>
            <a:spLocks noGrp="1"/>
          </p:cNvSpPr>
          <p:nvPr>
            <p:ph type="subTitle" idx="1"/>
          </p:nvPr>
        </p:nvSpPr>
        <p:spPr>
          <a:xfrm>
            <a:off x="720000" y="964406"/>
            <a:ext cx="8424000" cy="4179094"/>
          </a:xfrm>
        </p:spPr>
        <p:txBody>
          <a:bodyPr/>
          <a:lstStyle/>
          <a:p>
            <a:r>
              <a:rPr lang="en-US" sz="1600" dirty="0" smtClean="0"/>
              <a:t>Limitation of Traditional ML </a:t>
            </a:r>
            <a:endParaRPr lang="en-US" sz="1600" dirty="0"/>
          </a:p>
          <a:p>
            <a:pPr lvl="1" algn="l">
              <a:lnSpc>
                <a:spcPct val="150000"/>
              </a:lnSpc>
              <a:spcBef>
                <a:spcPts val="0"/>
              </a:spcBef>
            </a:pPr>
            <a:r>
              <a:rPr lang="en-US" sz="1600" dirty="0"/>
              <a:t>Depends On Historical Training Patterns </a:t>
            </a:r>
          </a:p>
          <a:p>
            <a:pPr lvl="1" algn="l">
              <a:lnSpc>
                <a:spcPct val="150000"/>
              </a:lnSpc>
              <a:spcBef>
                <a:spcPts val="0"/>
              </a:spcBef>
            </a:pPr>
            <a:r>
              <a:rPr lang="en-US" sz="1600" dirty="0"/>
              <a:t>Limited Adaptation To </a:t>
            </a:r>
            <a:r>
              <a:rPr lang="en-US" sz="1600" dirty="0" smtClean="0"/>
              <a:t>Behavior </a:t>
            </a:r>
            <a:r>
              <a:rPr lang="en-US" sz="1600" dirty="0"/>
              <a:t>Changes </a:t>
            </a:r>
          </a:p>
          <a:p>
            <a:pPr lvl="1" algn="l">
              <a:lnSpc>
                <a:spcPct val="150000"/>
              </a:lnSpc>
              <a:spcBef>
                <a:spcPts val="0"/>
              </a:spcBef>
            </a:pPr>
            <a:r>
              <a:rPr lang="en-US" sz="1600" dirty="0"/>
              <a:t>Requires Frequent Model Retraining </a:t>
            </a:r>
          </a:p>
          <a:p>
            <a:r>
              <a:rPr lang="en-US" sz="1600" dirty="0" smtClean="0"/>
              <a:t>Why RL is the best option for Anomaly Detection</a:t>
            </a:r>
            <a:endParaRPr lang="en-US" sz="1600" dirty="0"/>
          </a:p>
          <a:p>
            <a:pPr lvl="1" algn="l">
              <a:lnSpc>
                <a:spcPct val="150000"/>
              </a:lnSpc>
              <a:spcBef>
                <a:spcPts val="0"/>
              </a:spcBef>
            </a:pPr>
            <a:r>
              <a:rPr lang="en-US" sz="1600" dirty="0"/>
              <a:t>Learns Through Environment Interaction </a:t>
            </a:r>
          </a:p>
          <a:p>
            <a:pPr lvl="1" algn="l">
              <a:lnSpc>
                <a:spcPct val="150000"/>
              </a:lnSpc>
              <a:spcBef>
                <a:spcPts val="0"/>
              </a:spcBef>
            </a:pPr>
            <a:r>
              <a:rPr lang="en-US" sz="1600" dirty="0"/>
              <a:t>Improves Decisions Using Reward Feedback </a:t>
            </a:r>
          </a:p>
          <a:p>
            <a:pPr lvl="1" algn="l">
              <a:lnSpc>
                <a:spcPct val="150000"/>
              </a:lnSpc>
              <a:spcBef>
                <a:spcPts val="0"/>
              </a:spcBef>
            </a:pPr>
            <a:r>
              <a:rPr lang="en-US" sz="1600" dirty="0"/>
              <a:t>Adapts To Dynamic User </a:t>
            </a:r>
            <a:r>
              <a:rPr lang="en-US" sz="1600" dirty="0" smtClean="0"/>
              <a:t>Behavior </a:t>
            </a:r>
            <a:endParaRPr lang="en-US" sz="1600" dirty="0"/>
          </a:p>
          <a:p>
            <a:r>
              <a:rPr lang="en-US" sz="1600" dirty="0" smtClean="0"/>
              <a:t>RL Decision</a:t>
            </a:r>
            <a:endParaRPr lang="en-US" sz="1600" dirty="0"/>
          </a:p>
          <a:p>
            <a:pPr lvl="1" algn="l">
              <a:lnSpc>
                <a:spcPct val="150000"/>
              </a:lnSpc>
              <a:spcBef>
                <a:spcPts val="0"/>
              </a:spcBef>
            </a:pPr>
            <a:r>
              <a:rPr lang="en-US" sz="1600" b="1" dirty="0"/>
              <a:t>State → Action → Reward → Optimized Policy</a:t>
            </a:r>
          </a:p>
          <a:p>
            <a:pPr marL="139700" lvl="1" indent="0" algn="l">
              <a:lnSpc>
                <a:spcPct val="150000"/>
              </a:lnSpc>
              <a:spcBef>
                <a:spcPts val="0"/>
              </a:spcBef>
              <a:buNone/>
            </a:pPr>
            <a:endParaRPr lang="en-US" sz="1600" dirty="0"/>
          </a:p>
          <a:p>
            <a:endParaRPr lang="en-US" sz="1600" dirty="0"/>
          </a:p>
        </p:txBody>
      </p:sp>
    </p:spTree>
    <p:extLst>
      <p:ext uri="{BB962C8B-B14F-4D97-AF65-F5344CB8AC3E}">
        <p14:creationId xmlns:p14="http://schemas.microsoft.com/office/powerpoint/2010/main" val="29413294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2"/>
          </p:nvPr>
        </p:nvPicPr>
        <p:blipFill>
          <a:blip r:embed="rId2">
            <a:extLst>
              <a:ext uri="{28A0092B-C50C-407E-A947-70E740481C1C}">
                <a14:useLocalDpi xmlns:a14="http://schemas.microsoft.com/office/drawing/2010/main" val="0"/>
              </a:ext>
            </a:extLst>
          </a:blip>
          <a:srcRect t="61" b="61"/>
          <a:stretch>
            <a:fillRect/>
          </a:stretch>
        </p:blipFill>
        <p:spPr>
          <a:xfrm>
            <a:off x="-6650" y="-6650"/>
            <a:ext cx="9150600" cy="4744904"/>
          </a:xfrm>
        </p:spPr>
      </p:pic>
      <p:sp>
        <p:nvSpPr>
          <p:cNvPr id="3" name="Title 2"/>
          <p:cNvSpPr>
            <a:spLocks noGrp="1"/>
          </p:cNvSpPr>
          <p:nvPr>
            <p:ph type="title"/>
          </p:nvPr>
        </p:nvSpPr>
        <p:spPr>
          <a:xfrm>
            <a:off x="716650" y="4738254"/>
            <a:ext cx="7704000" cy="405245"/>
          </a:xfrm>
        </p:spPr>
        <p:txBody>
          <a:bodyPr/>
          <a:lstStyle/>
          <a:p>
            <a:r>
              <a:rPr lang="en-US" dirty="0" smtClean="0"/>
              <a:t>PROJECT ARCHITECTURE</a:t>
            </a:r>
            <a:endParaRPr lang="en-US" dirty="0"/>
          </a:p>
        </p:txBody>
      </p:sp>
    </p:spTree>
    <p:extLst>
      <p:ext uri="{BB962C8B-B14F-4D97-AF65-F5344CB8AC3E}">
        <p14:creationId xmlns:p14="http://schemas.microsoft.com/office/powerpoint/2010/main" val="2542913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 DESCRIPTION</a:t>
            </a:r>
          </a:p>
        </p:txBody>
      </p:sp>
      <p:sp>
        <p:nvSpPr>
          <p:cNvPr id="3" name="Subtitle 2"/>
          <p:cNvSpPr>
            <a:spLocks noGrp="1"/>
          </p:cNvSpPr>
          <p:nvPr>
            <p:ph type="subTitle" idx="1"/>
          </p:nvPr>
        </p:nvSpPr>
        <p:spPr>
          <a:xfrm>
            <a:off x="720000" y="922850"/>
            <a:ext cx="8424000" cy="3703383"/>
          </a:xfrm>
        </p:spPr>
        <p:txBody>
          <a:bodyPr/>
          <a:lstStyle/>
          <a:p>
            <a:pPr>
              <a:lnSpc>
                <a:spcPct val="150000"/>
              </a:lnSpc>
            </a:pPr>
            <a:r>
              <a:rPr lang="en-US" sz="1600" dirty="0"/>
              <a:t>Dataset Overview</a:t>
            </a:r>
          </a:p>
          <a:p>
            <a:pPr lvl="1" algn="l">
              <a:lnSpc>
                <a:spcPct val="150000"/>
              </a:lnSpc>
              <a:spcBef>
                <a:spcPts val="0"/>
              </a:spcBef>
            </a:pPr>
            <a:r>
              <a:rPr lang="en-US" sz="1600" dirty="0"/>
              <a:t>Organizational Insider Threat </a:t>
            </a:r>
            <a:r>
              <a:rPr lang="en-US" sz="1600" dirty="0" err="1"/>
              <a:t>Behaviour</a:t>
            </a:r>
            <a:r>
              <a:rPr lang="en-US" sz="1600" dirty="0"/>
              <a:t> Data </a:t>
            </a:r>
          </a:p>
          <a:p>
            <a:pPr lvl="1" algn="l">
              <a:lnSpc>
                <a:spcPct val="150000"/>
              </a:lnSpc>
              <a:spcBef>
                <a:spcPts val="0"/>
              </a:spcBef>
            </a:pPr>
            <a:r>
              <a:rPr lang="en-US" sz="1600" dirty="0"/>
              <a:t>User Activity Logs For Security Analysis </a:t>
            </a:r>
          </a:p>
          <a:p>
            <a:pPr lvl="1" algn="l">
              <a:lnSpc>
                <a:spcPct val="150000"/>
              </a:lnSpc>
              <a:spcBef>
                <a:spcPts val="0"/>
              </a:spcBef>
            </a:pPr>
            <a:r>
              <a:rPr lang="en-US" sz="1600" dirty="0" smtClean="0"/>
              <a:t>Behavior Patterns Used As RL States </a:t>
            </a:r>
          </a:p>
          <a:p>
            <a:pPr>
              <a:lnSpc>
                <a:spcPct val="150000"/>
              </a:lnSpc>
            </a:pPr>
            <a:r>
              <a:rPr lang="en-US" sz="1600" dirty="0" smtClean="0"/>
              <a:t>RAW Data Files </a:t>
            </a:r>
            <a:endParaRPr lang="en-US" sz="1600" dirty="0"/>
          </a:p>
          <a:p>
            <a:pPr lvl="1" algn="l">
              <a:lnSpc>
                <a:spcPct val="150000"/>
              </a:lnSpc>
              <a:spcBef>
                <a:spcPts val="0"/>
              </a:spcBef>
            </a:pPr>
            <a:r>
              <a:rPr lang="en-US" sz="1600" dirty="0"/>
              <a:t>Logon Authentication Activity Records </a:t>
            </a:r>
          </a:p>
          <a:p>
            <a:pPr lvl="1" algn="l">
              <a:lnSpc>
                <a:spcPct val="150000"/>
              </a:lnSpc>
              <a:spcBef>
                <a:spcPts val="0"/>
              </a:spcBef>
            </a:pPr>
            <a:r>
              <a:rPr lang="en-US" sz="1600" dirty="0"/>
              <a:t>External Device Usage Events </a:t>
            </a:r>
          </a:p>
          <a:p>
            <a:pPr lvl="1" algn="l">
              <a:lnSpc>
                <a:spcPct val="150000"/>
              </a:lnSpc>
              <a:spcBef>
                <a:spcPts val="0"/>
              </a:spcBef>
            </a:pPr>
            <a:r>
              <a:rPr lang="en-US" sz="1600" dirty="0"/>
              <a:t>File Access Operation History </a:t>
            </a:r>
          </a:p>
          <a:p>
            <a:pPr lvl="1" algn="l">
              <a:lnSpc>
                <a:spcPct val="150000"/>
              </a:lnSpc>
              <a:spcBef>
                <a:spcPts val="0"/>
              </a:spcBef>
            </a:pPr>
            <a:r>
              <a:rPr lang="en-US" sz="1600" dirty="0"/>
              <a:t>Email Communication </a:t>
            </a:r>
            <a:r>
              <a:rPr lang="en-US" sz="1600" dirty="0" err="1"/>
              <a:t>Behaviour</a:t>
            </a:r>
            <a:r>
              <a:rPr lang="en-US" sz="1600" dirty="0"/>
              <a:t> Logs </a:t>
            </a:r>
          </a:p>
          <a:p>
            <a:pPr lvl="1" algn="l">
              <a:lnSpc>
                <a:spcPct val="150000"/>
              </a:lnSpc>
              <a:spcBef>
                <a:spcPts val="0"/>
              </a:spcBef>
            </a:pPr>
            <a:r>
              <a:rPr lang="en-US" sz="1600" dirty="0"/>
              <a:t>HTTP Web Browsing Activities </a:t>
            </a:r>
          </a:p>
          <a:p>
            <a:pPr lvl="1" algn="l">
              <a:lnSpc>
                <a:spcPct val="150000"/>
              </a:lnSpc>
              <a:spcBef>
                <a:spcPts val="0"/>
              </a:spcBef>
            </a:pPr>
            <a:r>
              <a:rPr lang="en-US" sz="1600" dirty="0"/>
              <a:t>User Psychometric Personality Features </a:t>
            </a:r>
          </a:p>
        </p:txBody>
      </p:sp>
    </p:spTree>
    <p:extLst>
      <p:ext uri="{BB962C8B-B14F-4D97-AF65-F5344CB8AC3E}">
        <p14:creationId xmlns:p14="http://schemas.microsoft.com/office/powerpoint/2010/main" val="14091496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 ENGINEERING OF RAW DATA</a:t>
            </a:r>
            <a:endParaRPr lang="en-US" dirty="0"/>
          </a:p>
        </p:txBody>
      </p:sp>
      <p:sp>
        <p:nvSpPr>
          <p:cNvPr id="3" name="Subtitle 2"/>
          <p:cNvSpPr>
            <a:spLocks noGrp="1"/>
          </p:cNvSpPr>
          <p:nvPr>
            <p:ph type="subTitle" idx="1"/>
          </p:nvPr>
        </p:nvSpPr>
        <p:spPr>
          <a:xfrm>
            <a:off x="720000" y="922850"/>
            <a:ext cx="8424000" cy="3703383"/>
          </a:xfrm>
        </p:spPr>
        <p:txBody>
          <a:bodyPr/>
          <a:lstStyle/>
          <a:p>
            <a:pPr>
              <a:lnSpc>
                <a:spcPct val="150000"/>
              </a:lnSpc>
            </a:pPr>
            <a:r>
              <a:rPr lang="en-US" sz="1600" dirty="0"/>
              <a:t>Dataset Overview</a:t>
            </a:r>
          </a:p>
          <a:p>
            <a:pPr lvl="1" algn="l">
              <a:lnSpc>
                <a:spcPct val="150000"/>
              </a:lnSpc>
              <a:spcBef>
                <a:spcPts val="0"/>
              </a:spcBef>
            </a:pPr>
            <a:r>
              <a:rPr lang="en-US" sz="1600" dirty="0"/>
              <a:t>Organizational Insider Threat </a:t>
            </a:r>
            <a:r>
              <a:rPr lang="en-US" sz="1600" dirty="0" err="1"/>
              <a:t>Behaviour</a:t>
            </a:r>
            <a:r>
              <a:rPr lang="en-US" sz="1600" dirty="0"/>
              <a:t> Data </a:t>
            </a:r>
          </a:p>
          <a:p>
            <a:pPr lvl="1" algn="l">
              <a:lnSpc>
                <a:spcPct val="150000"/>
              </a:lnSpc>
              <a:spcBef>
                <a:spcPts val="0"/>
              </a:spcBef>
            </a:pPr>
            <a:r>
              <a:rPr lang="en-US" sz="1600" dirty="0"/>
              <a:t>User Activity Logs For Security Analysis </a:t>
            </a:r>
          </a:p>
          <a:p>
            <a:pPr lvl="1" algn="l">
              <a:lnSpc>
                <a:spcPct val="150000"/>
              </a:lnSpc>
              <a:spcBef>
                <a:spcPts val="0"/>
              </a:spcBef>
            </a:pPr>
            <a:r>
              <a:rPr lang="en-US" sz="1600" dirty="0" smtClean="0"/>
              <a:t>Behavior Patterns Used As RL States </a:t>
            </a:r>
          </a:p>
          <a:p>
            <a:pPr>
              <a:lnSpc>
                <a:spcPct val="150000"/>
              </a:lnSpc>
            </a:pPr>
            <a:r>
              <a:rPr lang="en-US" sz="1600" dirty="0" smtClean="0"/>
              <a:t>RAW Data Files </a:t>
            </a:r>
            <a:endParaRPr lang="en-US" sz="1600" dirty="0"/>
          </a:p>
          <a:p>
            <a:pPr lvl="1" algn="l">
              <a:lnSpc>
                <a:spcPct val="150000"/>
              </a:lnSpc>
              <a:spcBef>
                <a:spcPts val="0"/>
              </a:spcBef>
            </a:pPr>
            <a:r>
              <a:rPr lang="en-US" sz="1600" dirty="0"/>
              <a:t>Logon Authentication Activity Records </a:t>
            </a:r>
          </a:p>
          <a:p>
            <a:pPr lvl="1" algn="l">
              <a:lnSpc>
                <a:spcPct val="150000"/>
              </a:lnSpc>
              <a:spcBef>
                <a:spcPts val="0"/>
              </a:spcBef>
            </a:pPr>
            <a:r>
              <a:rPr lang="en-US" sz="1600" dirty="0"/>
              <a:t>External Device Usage Events </a:t>
            </a:r>
          </a:p>
          <a:p>
            <a:pPr lvl="1" algn="l">
              <a:lnSpc>
                <a:spcPct val="150000"/>
              </a:lnSpc>
              <a:spcBef>
                <a:spcPts val="0"/>
              </a:spcBef>
            </a:pPr>
            <a:r>
              <a:rPr lang="en-US" sz="1600" dirty="0"/>
              <a:t>File Access Operation History </a:t>
            </a:r>
          </a:p>
          <a:p>
            <a:pPr lvl="1" algn="l">
              <a:lnSpc>
                <a:spcPct val="150000"/>
              </a:lnSpc>
              <a:spcBef>
                <a:spcPts val="0"/>
              </a:spcBef>
            </a:pPr>
            <a:r>
              <a:rPr lang="en-US" sz="1600" dirty="0"/>
              <a:t>Email Communication </a:t>
            </a:r>
            <a:r>
              <a:rPr lang="en-US" sz="1600" dirty="0" err="1"/>
              <a:t>Behaviour</a:t>
            </a:r>
            <a:r>
              <a:rPr lang="en-US" sz="1600" dirty="0"/>
              <a:t> Logs </a:t>
            </a:r>
          </a:p>
          <a:p>
            <a:pPr lvl="1" algn="l">
              <a:lnSpc>
                <a:spcPct val="150000"/>
              </a:lnSpc>
              <a:spcBef>
                <a:spcPts val="0"/>
              </a:spcBef>
            </a:pPr>
            <a:r>
              <a:rPr lang="en-US" sz="1600" dirty="0"/>
              <a:t>HTTP Web Browsing Activities </a:t>
            </a:r>
          </a:p>
          <a:p>
            <a:pPr lvl="1" algn="l">
              <a:lnSpc>
                <a:spcPct val="150000"/>
              </a:lnSpc>
              <a:spcBef>
                <a:spcPts val="0"/>
              </a:spcBef>
            </a:pPr>
            <a:r>
              <a:rPr lang="en-US" sz="1600" dirty="0"/>
              <a:t>User Psychometric Personality Features </a:t>
            </a:r>
          </a:p>
        </p:txBody>
      </p:sp>
    </p:spTree>
    <p:extLst>
      <p:ext uri="{BB962C8B-B14F-4D97-AF65-F5344CB8AC3E}">
        <p14:creationId xmlns:p14="http://schemas.microsoft.com/office/powerpoint/2010/main" val="19676511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2"/>
          </p:nvPr>
        </p:nvPicPr>
        <p:blipFill>
          <a:blip r:embed="rId2">
            <a:extLst>
              <a:ext uri="{28A0092B-C50C-407E-A947-70E740481C1C}">
                <a14:useLocalDpi xmlns:a14="http://schemas.microsoft.com/office/drawing/2010/main" val="0"/>
              </a:ext>
            </a:extLst>
          </a:blip>
          <a:srcRect t="61" b="61"/>
          <a:stretch>
            <a:fillRect/>
          </a:stretch>
        </p:blipFill>
        <p:spPr>
          <a:xfrm>
            <a:off x="-6650" y="-6650"/>
            <a:ext cx="9150600" cy="4627143"/>
          </a:xfrm>
        </p:spPr>
      </p:pic>
      <p:sp>
        <p:nvSpPr>
          <p:cNvPr id="3" name="Title 2"/>
          <p:cNvSpPr>
            <a:spLocks noGrp="1"/>
          </p:cNvSpPr>
          <p:nvPr>
            <p:ph type="title"/>
          </p:nvPr>
        </p:nvSpPr>
        <p:spPr>
          <a:xfrm>
            <a:off x="720000" y="4620493"/>
            <a:ext cx="7704000" cy="624900"/>
          </a:xfrm>
        </p:spPr>
        <p:txBody>
          <a:bodyPr/>
          <a:lstStyle/>
          <a:p>
            <a:r>
              <a:rPr lang="en-US" dirty="0" smtClean="0"/>
              <a:t>DATA PREPROCESSING PIPELINE</a:t>
            </a:r>
            <a:endParaRPr lang="en-US" dirty="0"/>
          </a:p>
        </p:txBody>
      </p:sp>
    </p:spTree>
    <p:extLst>
      <p:ext uri="{BB962C8B-B14F-4D97-AF65-F5344CB8AC3E}">
        <p14:creationId xmlns:p14="http://schemas.microsoft.com/office/powerpoint/2010/main" val="20586603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MODELLING</a:t>
            </a:r>
            <a:endParaRPr lang="en-US" dirty="0"/>
          </a:p>
        </p:txBody>
      </p:sp>
      <p:sp>
        <p:nvSpPr>
          <p:cNvPr id="4" name="Shape 3"/>
          <p:cNvSpPr/>
          <p:nvPr/>
        </p:nvSpPr>
        <p:spPr>
          <a:xfrm>
            <a:off x="1" y="1017725"/>
            <a:ext cx="2534855" cy="4125775"/>
          </a:xfrm>
          <a:prstGeom prst="roundRect">
            <a:avLst>
              <a:gd name="adj" fmla="val 2920"/>
            </a:avLst>
          </a:prstGeom>
          <a:solidFill>
            <a:srgbClr val="FFFFFF"/>
          </a:solidFill>
          <a:ln w="10583">
            <a:solidFill>
              <a:srgbClr val="DCE4EF"/>
            </a:solidFill>
            <a:prstDash val="solid"/>
          </a:ln>
        </p:spPr>
      </p:sp>
      <p:sp>
        <p:nvSpPr>
          <p:cNvPr id="5" name="Text 4"/>
          <p:cNvSpPr/>
          <p:nvPr/>
        </p:nvSpPr>
        <p:spPr>
          <a:xfrm>
            <a:off x="334368" y="1409309"/>
            <a:ext cx="3138038" cy="260522"/>
          </a:xfrm>
          <a:prstGeom prst="rect">
            <a:avLst/>
          </a:prstGeom>
          <a:noFill/>
          <a:ln/>
        </p:spPr>
        <p:txBody>
          <a:bodyPr wrap="square" lIns="25400" tIns="25400" rIns="25400" bIns="25400" rtlCol="0" anchor="t">
            <a:normAutofit fontScale="92500" lnSpcReduction="20000"/>
          </a:bodyPr>
          <a:lstStyle/>
          <a:p>
            <a:pPr marL="0" indent="0" algn="l">
              <a:buNone/>
            </a:pPr>
            <a:r>
              <a:rPr lang="en-US" sz="1800" dirty="0">
                <a:solidFill>
                  <a:srgbClr val="1E5AA8"/>
                </a:solidFill>
                <a:latin typeface="Darker Grotesque Medium" panose="020B0604020202020204" charset="0"/>
                <a:ea typeface="Courier New" pitchFamily="34" charset="-122"/>
                <a:cs typeface="Courier New" pitchFamily="34" charset="-120"/>
              </a:rPr>
              <a:t>baseline</a:t>
            </a:r>
            <a:endParaRPr lang="en-US" sz="1800" dirty="0">
              <a:latin typeface="Darker Grotesque Medium" panose="020B0604020202020204" charset="0"/>
            </a:endParaRPr>
          </a:p>
        </p:txBody>
      </p:sp>
      <p:sp>
        <p:nvSpPr>
          <p:cNvPr id="6" name="Text 5"/>
          <p:cNvSpPr/>
          <p:nvPr/>
        </p:nvSpPr>
        <p:spPr>
          <a:xfrm>
            <a:off x="289419" y="1830659"/>
            <a:ext cx="3138038" cy="307026"/>
          </a:xfrm>
          <a:prstGeom prst="rect">
            <a:avLst/>
          </a:prstGeom>
          <a:noFill/>
          <a:ln/>
        </p:spPr>
        <p:txBody>
          <a:bodyPr wrap="square" lIns="25400" tIns="25400" rIns="25400" bIns="25400" rtlCol="0" anchor="t">
            <a:normAutofit fontScale="85000" lnSpcReduction="20000"/>
          </a:bodyPr>
          <a:lstStyle/>
          <a:p>
            <a:pPr marL="0" indent="0" algn="l">
              <a:lnSpc>
                <a:spcPct val="110000"/>
              </a:lnSpc>
              <a:buNone/>
            </a:pPr>
            <a:r>
              <a:rPr lang="en-US" sz="2000" b="1" dirty="0">
                <a:solidFill>
                  <a:srgbClr val="0A1A2F"/>
                </a:solidFill>
                <a:latin typeface="Darker Grotesque Medium" panose="020B0604020202020204" charset="0"/>
                <a:ea typeface="Arial" pitchFamily="34" charset="-122"/>
                <a:cs typeface="Arial" pitchFamily="34" charset="-120"/>
              </a:rPr>
              <a:t>Deep Q-Network</a:t>
            </a:r>
            <a:endParaRPr lang="en-US" sz="2000" dirty="0">
              <a:latin typeface="Darker Grotesque Medium" panose="020B0604020202020204" charset="0"/>
            </a:endParaRPr>
          </a:p>
        </p:txBody>
      </p:sp>
      <p:sp>
        <p:nvSpPr>
          <p:cNvPr id="7" name="Text 6"/>
          <p:cNvSpPr/>
          <p:nvPr/>
        </p:nvSpPr>
        <p:spPr>
          <a:xfrm>
            <a:off x="334368" y="2309058"/>
            <a:ext cx="3138038" cy="260522"/>
          </a:xfrm>
          <a:prstGeom prst="rect">
            <a:avLst/>
          </a:prstGeom>
          <a:noFill/>
          <a:ln/>
        </p:spPr>
        <p:txBody>
          <a:bodyPr wrap="square" lIns="25400" tIns="25400" rIns="25400" bIns="25400" rtlCol="0" anchor="t">
            <a:normAutofit fontScale="92500" lnSpcReduction="20000"/>
          </a:bodyPr>
          <a:lstStyle/>
          <a:p>
            <a:pPr marL="0" indent="0" algn="l">
              <a:buNone/>
            </a:pPr>
            <a:r>
              <a:rPr lang="en-US" sz="1800" dirty="0">
                <a:solidFill>
                  <a:srgbClr val="5A6B85"/>
                </a:solidFill>
                <a:latin typeface="Darker Grotesque Medium" panose="020B0604020202020204" charset="0"/>
                <a:ea typeface="Arial" pitchFamily="34" charset="-122"/>
                <a:cs typeface="Arial" pitchFamily="34" charset="-120"/>
              </a:rPr>
              <a:t>DQN</a:t>
            </a:r>
            <a:endParaRPr lang="en-US" sz="1800" dirty="0">
              <a:latin typeface="Darker Grotesque Medium" panose="020B0604020202020204" charset="0"/>
            </a:endParaRPr>
          </a:p>
        </p:txBody>
      </p:sp>
      <p:sp>
        <p:nvSpPr>
          <p:cNvPr id="8" name="Shape 7"/>
          <p:cNvSpPr/>
          <p:nvPr/>
        </p:nvSpPr>
        <p:spPr>
          <a:xfrm>
            <a:off x="107611" y="2632643"/>
            <a:ext cx="2334645" cy="124042"/>
          </a:xfrm>
          <a:prstGeom prst="rect">
            <a:avLst/>
          </a:prstGeom>
          <a:solidFill>
            <a:srgbClr val="DCE4EF"/>
          </a:solidFill>
          <a:ln/>
        </p:spPr>
      </p:sp>
      <p:sp>
        <p:nvSpPr>
          <p:cNvPr id="9" name="Text 8"/>
          <p:cNvSpPr/>
          <p:nvPr/>
        </p:nvSpPr>
        <p:spPr>
          <a:xfrm>
            <a:off x="200211" y="2813671"/>
            <a:ext cx="2334645" cy="1097842"/>
          </a:xfrm>
          <a:prstGeom prst="rect">
            <a:avLst/>
          </a:prstGeom>
          <a:noFill/>
          <a:ln/>
        </p:spPr>
        <p:txBody>
          <a:bodyPr wrap="square" lIns="25400" tIns="25400" rIns="25400" bIns="25400" rtlCol="0" anchor="t">
            <a:noAutofit/>
          </a:bodyPr>
          <a:lstStyle/>
          <a:p>
            <a:pPr marL="0" indent="0" algn="just">
              <a:lnSpc>
                <a:spcPct val="150000"/>
              </a:lnSpc>
              <a:buNone/>
            </a:pPr>
            <a:r>
              <a:rPr lang="en-US" dirty="0">
                <a:solidFill>
                  <a:srgbClr val="3A4A63"/>
                </a:solidFill>
                <a:latin typeface="Darker Grotesque Medium" panose="020B0604020202020204" charset="0"/>
                <a:ea typeface="Arial" pitchFamily="34" charset="-122"/>
                <a:cs typeface="Arial" pitchFamily="34" charset="-120"/>
              </a:rPr>
              <a:t>A neural network approximates Q-values, replacing the Q-table for large state spaces. Uses experience replay and a target network.</a:t>
            </a:r>
            <a:endParaRPr lang="en-US" dirty="0">
              <a:latin typeface="Darker Grotesque Medium" panose="020B0604020202020204" charset="0"/>
            </a:endParaRPr>
          </a:p>
        </p:txBody>
      </p:sp>
      <p:sp>
        <p:nvSpPr>
          <p:cNvPr id="10" name="Shape 9"/>
          <p:cNvSpPr/>
          <p:nvPr/>
        </p:nvSpPr>
        <p:spPr>
          <a:xfrm>
            <a:off x="3041907" y="1017725"/>
            <a:ext cx="2532888" cy="4123944"/>
          </a:xfrm>
          <a:prstGeom prst="roundRect">
            <a:avLst>
              <a:gd name="adj" fmla="val 2920"/>
            </a:avLst>
          </a:prstGeom>
          <a:solidFill>
            <a:srgbClr val="FFFFFF"/>
          </a:solidFill>
          <a:ln w="10583">
            <a:solidFill>
              <a:srgbClr val="DCE4EF"/>
            </a:solidFill>
            <a:prstDash val="solid"/>
          </a:ln>
        </p:spPr>
      </p:sp>
      <p:sp>
        <p:nvSpPr>
          <p:cNvPr id="11" name="Text 10"/>
          <p:cNvSpPr/>
          <p:nvPr/>
        </p:nvSpPr>
        <p:spPr>
          <a:xfrm>
            <a:off x="3175821" y="1398726"/>
            <a:ext cx="3138038" cy="260522"/>
          </a:xfrm>
          <a:prstGeom prst="rect">
            <a:avLst/>
          </a:prstGeom>
          <a:noFill/>
          <a:ln/>
        </p:spPr>
        <p:txBody>
          <a:bodyPr wrap="square" lIns="25400" tIns="25400" rIns="25400" bIns="25400" rtlCol="0" anchor="t">
            <a:normAutofit fontScale="92500" lnSpcReduction="20000"/>
          </a:bodyPr>
          <a:lstStyle/>
          <a:p>
            <a:pPr marL="0" indent="0" algn="l">
              <a:buNone/>
            </a:pPr>
            <a:r>
              <a:rPr lang="en-US" sz="1800" dirty="0">
                <a:solidFill>
                  <a:srgbClr val="1E5AA8"/>
                </a:solidFill>
                <a:latin typeface="Darker Grotesque Medium" panose="020B0604020202020204" charset="0"/>
                <a:ea typeface="Courier New" pitchFamily="34" charset="-122"/>
                <a:cs typeface="Courier New" pitchFamily="34" charset="-120"/>
              </a:rPr>
              <a:t>stability</a:t>
            </a:r>
            <a:endParaRPr lang="en-US" sz="1800" dirty="0">
              <a:latin typeface="Darker Grotesque Medium" panose="020B0604020202020204" charset="0"/>
            </a:endParaRPr>
          </a:p>
        </p:txBody>
      </p:sp>
      <p:sp>
        <p:nvSpPr>
          <p:cNvPr id="12" name="Text 11"/>
          <p:cNvSpPr/>
          <p:nvPr/>
        </p:nvSpPr>
        <p:spPr>
          <a:xfrm>
            <a:off x="3597332" y="1830659"/>
            <a:ext cx="3138038" cy="307026"/>
          </a:xfrm>
          <a:prstGeom prst="rect">
            <a:avLst/>
          </a:prstGeom>
          <a:noFill/>
          <a:ln/>
        </p:spPr>
        <p:txBody>
          <a:bodyPr wrap="square" lIns="25400" tIns="25400" rIns="25400" bIns="25400" rtlCol="0" anchor="t">
            <a:normAutofit fontScale="85000" lnSpcReduction="20000"/>
          </a:bodyPr>
          <a:lstStyle/>
          <a:p>
            <a:pPr marL="0" indent="0" algn="l">
              <a:lnSpc>
                <a:spcPct val="110000"/>
              </a:lnSpc>
              <a:buNone/>
            </a:pPr>
            <a:r>
              <a:rPr lang="en-US" sz="2000" b="1" dirty="0">
                <a:solidFill>
                  <a:srgbClr val="0A1A2F"/>
                </a:solidFill>
                <a:latin typeface="Darker Grotesque Medium" panose="020B0604020202020204" charset="0"/>
                <a:ea typeface="Arial" pitchFamily="34" charset="-122"/>
                <a:cs typeface="Arial" pitchFamily="34" charset="-120"/>
              </a:rPr>
              <a:t>Double DQN</a:t>
            </a:r>
            <a:endParaRPr lang="en-US" sz="2000" dirty="0">
              <a:latin typeface="Darker Grotesque Medium" panose="020B0604020202020204" charset="0"/>
            </a:endParaRPr>
          </a:p>
        </p:txBody>
      </p:sp>
      <p:sp>
        <p:nvSpPr>
          <p:cNvPr id="13" name="Text 12"/>
          <p:cNvSpPr/>
          <p:nvPr/>
        </p:nvSpPr>
        <p:spPr>
          <a:xfrm>
            <a:off x="3108863" y="2298475"/>
            <a:ext cx="3138038" cy="260522"/>
          </a:xfrm>
          <a:prstGeom prst="rect">
            <a:avLst/>
          </a:prstGeom>
          <a:noFill/>
          <a:ln/>
        </p:spPr>
        <p:txBody>
          <a:bodyPr wrap="square" lIns="25400" tIns="25400" rIns="25400" bIns="25400" rtlCol="0" anchor="t">
            <a:normAutofit fontScale="92500" lnSpcReduction="20000"/>
          </a:bodyPr>
          <a:lstStyle/>
          <a:p>
            <a:pPr marL="0" indent="0" algn="l">
              <a:buNone/>
            </a:pPr>
            <a:r>
              <a:rPr lang="en-US" sz="1800" dirty="0">
                <a:solidFill>
                  <a:srgbClr val="5A6B85"/>
                </a:solidFill>
                <a:latin typeface="Darker Grotesque Medium" panose="020B0604020202020204" charset="0"/>
                <a:ea typeface="Arial" pitchFamily="34" charset="-122"/>
                <a:cs typeface="Arial" pitchFamily="34" charset="-120"/>
              </a:rPr>
              <a:t>Double Deep Q-Network</a:t>
            </a:r>
            <a:endParaRPr lang="en-US" sz="1800" dirty="0">
              <a:latin typeface="Darker Grotesque Medium" panose="020B0604020202020204" charset="0"/>
            </a:endParaRPr>
          </a:p>
        </p:txBody>
      </p:sp>
      <p:sp>
        <p:nvSpPr>
          <p:cNvPr id="15" name="Text 14"/>
          <p:cNvSpPr/>
          <p:nvPr/>
        </p:nvSpPr>
        <p:spPr>
          <a:xfrm>
            <a:off x="3172399" y="2813008"/>
            <a:ext cx="2349306" cy="925615"/>
          </a:xfrm>
          <a:prstGeom prst="rect">
            <a:avLst/>
          </a:prstGeom>
          <a:noFill/>
          <a:ln/>
        </p:spPr>
        <p:txBody>
          <a:bodyPr wrap="square" lIns="25400" tIns="25400" rIns="25400" bIns="25400" rtlCol="0" anchor="t">
            <a:normAutofit fontScale="92500"/>
          </a:bodyPr>
          <a:lstStyle/>
          <a:p>
            <a:pPr marL="0" indent="0" algn="just">
              <a:lnSpc>
                <a:spcPct val="150000"/>
              </a:lnSpc>
              <a:buNone/>
            </a:pPr>
            <a:r>
              <a:rPr lang="en-US" sz="1200" dirty="0">
                <a:solidFill>
                  <a:srgbClr val="3A4A63"/>
                </a:solidFill>
                <a:latin typeface="Darker Grotesque Medium" panose="020B0604020202020204" charset="0"/>
                <a:ea typeface="Arial" pitchFamily="34" charset="-122"/>
                <a:cs typeface="Arial" pitchFamily="34" charset="-120"/>
              </a:rPr>
              <a:t>Separates action </a:t>
            </a:r>
            <a:r>
              <a:rPr lang="en-US" sz="1200" b="1" dirty="0">
                <a:solidFill>
                  <a:srgbClr val="3A4A63"/>
                </a:solidFill>
                <a:latin typeface="Darker Grotesque Medium" panose="020B0604020202020204" charset="0"/>
                <a:ea typeface="Arial" pitchFamily="34" charset="-122"/>
                <a:cs typeface="Arial" pitchFamily="34" charset="-120"/>
              </a:rPr>
              <a:t>selection </a:t>
            </a:r>
            <a:r>
              <a:rPr lang="en-US" sz="1200" dirty="0">
                <a:solidFill>
                  <a:srgbClr val="3A4A63"/>
                </a:solidFill>
                <a:latin typeface="Darker Grotesque Medium" panose="020B0604020202020204" charset="0"/>
                <a:ea typeface="Arial" pitchFamily="34" charset="-122"/>
                <a:cs typeface="Arial" pitchFamily="34" charset="-120"/>
              </a:rPr>
              <a:t>from </a:t>
            </a:r>
            <a:r>
              <a:rPr lang="en-US" sz="1200" b="1" dirty="0">
                <a:solidFill>
                  <a:srgbClr val="3A4A63"/>
                </a:solidFill>
                <a:latin typeface="Darker Grotesque Medium" panose="020B0604020202020204" charset="0"/>
                <a:ea typeface="Arial" pitchFamily="34" charset="-122"/>
                <a:cs typeface="Arial" pitchFamily="34" charset="-120"/>
              </a:rPr>
              <a:t>evaluation </a:t>
            </a:r>
            <a:r>
              <a:rPr lang="en-US" sz="1200" dirty="0">
                <a:solidFill>
                  <a:srgbClr val="3A4A63"/>
                </a:solidFill>
                <a:latin typeface="Darker Grotesque Medium" panose="020B0604020202020204" charset="0"/>
                <a:ea typeface="Arial" pitchFamily="34" charset="-122"/>
                <a:cs typeface="Arial" pitchFamily="34" charset="-120"/>
              </a:rPr>
              <a:t>across online and target networks, reducing Q-value overestimation.</a:t>
            </a:r>
            <a:endParaRPr lang="en-US" sz="1200" dirty="0">
              <a:latin typeface="Darker Grotesque Medium" panose="020B0604020202020204" charset="0"/>
            </a:endParaRPr>
          </a:p>
        </p:txBody>
      </p:sp>
      <p:sp>
        <p:nvSpPr>
          <p:cNvPr id="16" name="Shape 15"/>
          <p:cNvSpPr/>
          <p:nvPr/>
        </p:nvSpPr>
        <p:spPr>
          <a:xfrm>
            <a:off x="6161359" y="1017725"/>
            <a:ext cx="2532888" cy="4123944"/>
          </a:xfrm>
          <a:prstGeom prst="roundRect">
            <a:avLst>
              <a:gd name="adj" fmla="val 2920"/>
            </a:avLst>
          </a:prstGeom>
          <a:gradFill rotWithShape="1">
            <a:gsLst>
              <a:gs pos="0">
                <a:srgbClr val="1E5AA8">
                  <a:alpha val="100000"/>
                </a:srgbClr>
              </a:gs>
              <a:gs pos="100000">
                <a:srgbClr val="0A1A2F">
                  <a:alpha val="100000"/>
                </a:srgbClr>
              </a:gs>
            </a:gsLst>
            <a:lin ang="3900000" scaled="0"/>
          </a:gradFill>
          <a:ln/>
        </p:spPr>
      </p:sp>
      <p:sp>
        <p:nvSpPr>
          <p:cNvPr id="17" name="Text 16"/>
          <p:cNvSpPr/>
          <p:nvPr/>
        </p:nvSpPr>
        <p:spPr>
          <a:xfrm>
            <a:off x="6407942" y="1409309"/>
            <a:ext cx="3152747" cy="260522"/>
          </a:xfrm>
          <a:prstGeom prst="rect">
            <a:avLst/>
          </a:prstGeom>
          <a:noFill/>
          <a:ln/>
        </p:spPr>
        <p:txBody>
          <a:bodyPr wrap="square" lIns="25400" tIns="25400" rIns="25400" bIns="25400" rtlCol="0" anchor="t">
            <a:normAutofit fontScale="92500" lnSpcReduction="20000"/>
          </a:bodyPr>
          <a:lstStyle/>
          <a:p>
            <a:pPr marL="0" indent="0" algn="l">
              <a:buNone/>
            </a:pPr>
            <a:r>
              <a:rPr lang="en-US" sz="1800" dirty="0">
                <a:solidFill>
                  <a:srgbClr val="38BDF8"/>
                </a:solidFill>
                <a:latin typeface="Darker Grotesque Medium" panose="020B0604020202020204" charset="0"/>
                <a:ea typeface="Courier New" pitchFamily="34" charset="-122"/>
                <a:cs typeface="Courier New" pitchFamily="34" charset="-120"/>
              </a:rPr>
              <a:t>best result</a:t>
            </a:r>
            <a:endParaRPr lang="en-US" sz="1800" dirty="0">
              <a:latin typeface="Darker Grotesque Medium" panose="020B0604020202020204" charset="0"/>
            </a:endParaRPr>
          </a:p>
        </p:txBody>
      </p:sp>
      <p:sp>
        <p:nvSpPr>
          <p:cNvPr id="18" name="Text 17"/>
          <p:cNvSpPr/>
          <p:nvPr/>
        </p:nvSpPr>
        <p:spPr>
          <a:xfrm>
            <a:off x="6730548" y="1830659"/>
            <a:ext cx="3152747" cy="307026"/>
          </a:xfrm>
          <a:prstGeom prst="rect">
            <a:avLst/>
          </a:prstGeom>
          <a:noFill/>
          <a:ln/>
        </p:spPr>
        <p:txBody>
          <a:bodyPr wrap="square" lIns="25400" tIns="25400" rIns="25400" bIns="25400" rtlCol="0" anchor="t">
            <a:normAutofit fontScale="85000" lnSpcReduction="20000"/>
          </a:bodyPr>
          <a:lstStyle/>
          <a:p>
            <a:pPr marL="0" indent="0" algn="l">
              <a:lnSpc>
                <a:spcPct val="110000"/>
              </a:lnSpc>
              <a:buNone/>
            </a:pPr>
            <a:r>
              <a:rPr lang="en-US" sz="2000" b="1" dirty="0">
                <a:solidFill>
                  <a:srgbClr val="FFFFFF"/>
                </a:solidFill>
                <a:latin typeface="Darker Grotesque Medium" panose="020B0604020202020204" charset="0"/>
                <a:ea typeface="Arial" pitchFamily="34" charset="-122"/>
                <a:cs typeface="Arial" pitchFamily="34" charset="-120"/>
              </a:rPr>
              <a:t>Dueling DQN</a:t>
            </a:r>
            <a:endParaRPr lang="en-US" sz="2000" dirty="0">
              <a:latin typeface="Darker Grotesque Medium" panose="020B0604020202020204" charset="0"/>
            </a:endParaRPr>
          </a:p>
        </p:txBody>
      </p:sp>
      <p:sp>
        <p:nvSpPr>
          <p:cNvPr id="19" name="Text 18"/>
          <p:cNvSpPr/>
          <p:nvPr/>
        </p:nvSpPr>
        <p:spPr>
          <a:xfrm>
            <a:off x="6161359" y="2298475"/>
            <a:ext cx="3152747" cy="260522"/>
          </a:xfrm>
          <a:prstGeom prst="rect">
            <a:avLst/>
          </a:prstGeom>
          <a:noFill/>
          <a:ln/>
        </p:spPr>
        <p:txBody>
          <a:bodyPr wrap="square" lIns="25400" tIns="25400" rIns="25400" bIns="25400" rtlCol="0" anchor="t">
            <a:normAutofit fontScale="92500" lnSpcReduction="20000"/>
          </a:bodyPr>
          <a:lstStyle/>
          <a:p>
            <a:pPr marL="0" indent="0" algn="l">
              <a:buNone/>
            </a:pPr>
            <a:r>
              <a:rPr lang="en-US" sz="1800" dirty="0">
                <a:solidFill>
                  <a:srgbClr val="B9C7DC"/>
                </a:solidFill>
                <a:latin typeface="Darker Grotesque Medium" panose="020B0604020202020204" charset="0"/>
                <a:ea typeface="Arial" pitchFamily="34" charset="-122"/>
                <a:cs typeface="Arial" pitchFamily="34" charset="-120"/>
              </a:rPr>
              <a:t>Dueling Deep Q-Network</a:t>
            </a:r>
            <a:endParaRPr lang="en-US" sz="1800" dirty="0">
              <a:latin typeface="Darker Grotesque Medium" panose="020B0604020202020204" charset="0"/>
            </a:endParaRPr>
          </a:p>
        </p:txBody>
      </p:sp>
      <p:sp>
        <p:nvSpPr>
          <p:cNvPr id="21" name="Text 20"/>
          <p:cNvSpPr/>
          <p:nvPr/>
        </p:nvSpPr>
        <p:spPr>
          <a:xfrm>
            <a:off x="6175350" y="2755955"/>
            <a:ext cx="2404946" cy="1155558"/>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dirty="0">
                <a:solidFill>
                  <a:srgbClr val="D7E2F1"/>
                </a:solidFill>
                <a:latin typeface="Darker Grotesque Medium" panose="020B0604020202020204" charset="0"/>
                <a:ea typeface="Arial" pitchFamily="34" charset="-122"/>
                <a:cs typeface="Arial" pitchFamily="34" charset="-120"/>
              </a:rPr>
              <a:t>Splits the network into a </a:t>
            </a:r>
            <a:r>
              <a:rPr lang="en-US" b="1" dirty="0">
                <a:solidFill>
                  <a:srgbClr val="D7E2F1"/>
                </a:solidFill>
                <a:latin typeface="Darker Grotesque Medium" panose="020B0604020202020204" charset="0"/>
                <a:ea typeface="Arial" pitchFamily="34" charset="-122"/>
                <a:cs typeface="Arial" pitchFamily="34" charset="-120"/>
              </a:rPr>
              <a:t>value stream </a:t>
            </a:r>
            <a:r>
              <a:rPr lang="en-US" dirty="0">
                <a:solidFill>
                  <a:srgbClr val="D7E2F1"/>
                </a:solidFill>
                <a:latin typeface="Darker Grotesque Medium" panose="020B0604020202020204" charset="0"/>
                <a:ea typeface="Arial" pitchFamily="34" charset="-122"/>
                <a:cs typeface="Arial" pitchFamily="34" charset="-120"/>
              </a:rPr>
              <a:t>V(s) and an </a:t>
            </a:r>
            <a:r>
              <a:rPr lang="en-US" b="1" dirty="0">
                <a:solidFill>
                  <a:srgbClr val="D7E2F1"/>
                </a:solidFill>
                <a:latin typeface="Darker Grotesque Medium" panose="020B0604020202020204" charset="0"/>
                <a:ea typeface="Arial" pitchFamily="34" charset="-122"/>
                <a:cs typeface="Arial" pitchFamily="34" charset="-120"/>
              </a:rPr>
              <a:t>advantage stream </a:t>
            </a:r>
            <a:r>
              <a:rPr lang="en-US" dirty="0">
                <a:solidFill>
                  <a:srgbClr val="D7E2F1"/>
                </a:solidFill>
                <a:latin typeface="Darker Grotesque Medium" panose="020B0604020202020204" charset="0"/>
                <a:ea typeface="Arial" pitchFamily="34" charset="-122"/>
                <a:cs typeface="Arial" pitchFamily="34" charset="-120"/>
              </a:rPr>
              <a:t>A(s,a) for richer, more stable decisions.</a:t>
            </a:r>
            <a:endParaRPr lang="en-US" dirty="0">
              <a:latin typeface="Darker Grotesque Medium" panose="020B0604020202020204" charset="0"/>
            </a:endParaRPr>
          </a:p>
        </p:txBody>
      </p:sp>
      <p:sp>
        <p:nvSpPr>
          <p:cNvPr id="23" name="Shape 7"/>
          <p:cNvSpPr/>
          <p:nvPr/>
        </p:nvSpPr>
        <p:spPr>
          <a:xfrm>
            <a:off x="3187059" y="2673487"/>
            <a:ext cx="2334645" cy="124042"/>
          </a:xfrm>
          <a:prstGeom prst="rect">
            <a:avLst/>
          </a:prstGeom>
          <a:solidFill>
            <a:srgbClr val="DCE4EF"/>
          </a:solidFill>
          <a:ln/>
        </p:spPr>
      </p:sp>
      <p:sp>
        <p:nvSpPr>
          <p:cNvPr id="24" name="Shape 7"/>
          <p:cNvSpPr/>
          <p:nvPr/>
        </p:nvSpPr>
        <p:spPr>
          <a:xfrm>
            <a:off x="6245651" y="2668686"/>
            <a:ext cx="2334645" cy="124042"/>
          </a:xfrm>
          <a:prstGeom prst="rect">
            <a:avLst/>
          </a:prstGeom>
          <a:solidFill>
            <a:srgbClr val="DCE4EF"/>
          </a:solidFill>
          <a:ln/>
        </p:spPr>
      </p:sp>
    </p:spTree>
    <p:extLst>
      <p:ext uri="{BB962C8B-B14F-4D97-AF65-F5344CB8AC3E}">
        <p14:creationId xmlns:p14="http://schemas.microsoft.com/office/powerpoint/2010/main" val="42317036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2"/>
          </p:nvPr>
        </p:nvPicPr>
        <p:blipFill>
          <a:blip r:embed="rId2">
            <a:extLst>
              <a:ext uri="{28A0092B-C50C-407E-A947-70E740481C1C}">
                <a14:useLocalDpi xmlns:a14="http://schemas.microsoft.com/office/drawing/2010/main" val="0"/>
              </a:ext>
            </a:extLst>
          </a:blip>
          <a:stretch>
            <a:fillRect/>
          </a:stretch>
        </p:blipFill>
        <p:spPr>
          <a:xfrm>
            <a:off x="0" y="-6650"/>
            <a:ext cx="9144000" cy="4786994"/>
          </a:xfrm>
        </p:spPr>
      </p:pic>
      <p:sp>
        <p:nvSpPr>
          <p:cNvPr id="3" name="Title 2"/>
          <p:cNvSpPr>
            <a:spLocks noGrp="1"/>
          </p:cNvSpPr>
          <p:nvPr>
            <p:ph type="title"/>
          </p:nvPr>
        </p:nvSpPr>
        <p:spPr>
          <a:xfrm>
            <a:off x="720000" y="4620493"/>
            <a:ext cx="7704000" cy="624900"/>
          </a:xfrm>
        </p:spPr>
        <p:txBody>
          <a:bodyPr/>
          <a:lstStyle/>
          <a:p>
            <a:r>
              <a:rPr lang="en-US" dirty="0" smtClean="0"/>
              <a:t>ENVIRONEMNT, STATE, ACTION, &amp; REWARD</a:t>
            </a:r>
            <a:endParaRPr lang="en-US" dirty="0"/>
          </a:p>
        </p:txBody>
      </p:sp>
    </p:spTree>
    <p:extLst>
      <p:ext uri="{BB962C8B-B14F-4D97-AF65-F5344CB8AC3E}">
        <p14:creationId xmlns:p14="http://schemas.microsoft.com/office/powerpoint/2010/main" val="35953963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EXPERIMENTAL SETUP</a:t>
            </a:r>
            <a:endParaRPr lang="en-US" dirty="0"/>
          </a:p>
        </p:txBody>
      </p:sp>
      <p:sp>
        <p:nvSpPr>
          <p:cNvPr id="3" name="Subtitle 2"/>
          <p:cNvSpPr>
            <a:spLocks noGrp="1"/>
          </p:cNvSpPr>
          <p:nvPr>
            <p:ph type="subTitle" idx="1"/>
          </p:nvPr>
        </p:nvSpPr>
        <p:spPr>
          <a:xfrm>
            <a:off x="720000" y="1215750"/>
            <a:ext cx="7710900" cy="3927750"/>
          </a:xfrm>
        </p:spPr>
        <p:txBody>
          <a:bodyPr/>
          <a:lstStyle/>
          <a:p>
            <a:endParaRPr lang="en-US" dirty="0"/>
          </a:p>
        </p:txBody>
      </p:sp>
      <p:pic>
        <p:nvPicPr>
          <p:cNvPr id="43" name="Picture 42"/>
          <p:cNvPicPr>
            <a:picLocks noChangeAspect="1"/>
          </p:cNvPicPr>
          <p:nvPr/>
        </p:nvPicPr>
        <p:blipFill rotWithShape="1">
          <a:blip r:embed="rId2">
            <a:extLst>
              <a:ext uri="{28A0092B-C50C-407E-A947-70E740481C1C}">
                <a14:useLocalDpi xmlns:a14="http://schemas.microsoft.com/office/drawing/2010/main" val="0"/>
              </a:ext>
            </a:extLst>
          </a:blip>
          <a:srcRect l="2292" t="11804" r="1693"/>
          <a:stretch/>
        </p:blipFill>
        <p:spPr>
          <a:xfrm>
            <a:off x="474562" y="1017725"/>
            <a:ext cx="7653236" cy="41257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054958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HYPERPARAMETERS</a:t>
            </a:r>
            <a:endParaRPr lang="en-US" dirty="0"/>
          </a:p>
        </p:txBody>
      </p:sp>
      <p:sp>
        <p:nvSpPr>
          <p:cNvPr id="3" name="Subtitle 2"/>
          <p:cNvSpPr>
            <a:spLocks noGrp="1"/>
          </p:cNvSpPr>
          <p:nvPr>
            <p:ph type="subTitle" idx="1"/>
          </p:nvPr>
        </p:nvSpPr>
        <p:spPr/>
        <p:txBody>
          <a:bodyPr/>
          <a:lstStyle/>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698238044"/>
              </p:ext>
            </p:extLst>
          </p:nvPr>
        </p:nvGraphicFramePr>
        <p:xfrm>
          <a:off x="712476" y="1017728"/>
          <a:ext cx="7718424" cy="4125772"/>
        </p:xfrm>
        <a:graphic>
          <a:graphicData uri="http://schemas.openxmlformats.org/drawingml/2006/table">
            <a:tbl>
              <a:tblPr firstRow="1" firstCol="1" bandRow="1">
                <a:tableStyleId>{74C1A8A3-306A-4EB7-A6B1-4F7E0EB9C5D6}</a:tableStyleId>
              </a:tblPr>
              <a:tblGrid>
                <a:gridCol w="2319779"/>
                <a:gridCol w="5398645"/>
              </a:tblGrid>
              <a:tr h="294698">
                <a:tc>
                  <a:txBody>
                    <a:bodyPr/>
                    <a:lstStyle/>
                    <a:p>
                      <a:pPr marL="0" marR="0" algn="ctr">
                        <a:lnSpc>
                          <a:spcPct val="107000"/>
                        </a:lnSpc>
                        <a:spcBef>
                          <a:spcPts val="0"/>
                        </a:spcBef>
                        <a:spcAft>
                          <a:spcPts val="0"/>
                        </a:spcAft>
                      </a:pPr>
                      <a:r>
                        <a:rPr lang="en-US" sz="1200" dirty="0" err="1">
                          <a:effectLst/>
                          <a:latin typeface="Darker Grotesque Medium" panose="020B0604020202020204" charset="0"/>
                        </a:rPr>
                        <a:t>Hyperparameter</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200">
                          <a:effectLst/>
                          <a:latin typeface="Darker Grotesque Medium" panose="020B0604020202020204" charset="0"/>
                        </a:rPr>
                        <a:t>Value</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w="25400" cmpd="sng">
                      <a:noFill/>
                    </a:lnT>
                    <a:lnB w="25400" cmpd="sng">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dirty="0">
                          <a:effectLst/>
                          <a:latin typeface="Darker Grotesque Medium" panose="020B0604020202020204" charset="0"/>
                        </a:rPr>
                        <a:t>Episodes</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w="25400" cmpd="sng">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a:effectLst/>
                          <a:latin typeface="Darker Grotesque Medium" panose="020B0604020202020204" charset="0"/>
                        </a:rPr>
                        <a:t>25</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w="25400" cmpd="sng">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dirty="0">
                          <a:effectLst/>
                          <a:latin typeface="Darker Grotesque Medium" panose="020B0604020202020204" charset="0"/>
                        </a:rPr>
                        <a:t>Sample Size Per Episode</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a:effectLst/>
                          <a:latin typeface="Darker Grotesque Medium" panose="020B0604020202020204" charset="0"/>
                        </a:rPr>
                        <a:t>100,000 records</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dirty="0">
                          <a:effectLst/>
                          <a:latin typeface="Darker Grotesque Medium" panose="020B0604020202020204" charset="0"/>
                        </a:rPr>
                        <a:t>Batch Size</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a:effectLst/>
                          <a:latin typeface="Darker Grotesque Medium" panose="020B0604020202020204" charset="0"/>
                        </a:rPr>
                        <a:t>64</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dirty="0">
                          <a:effectLst/>
                          <a:latin typeface="Darker Grotesque Medium" panose="020B0604020202020204" charset="0"/>
                        </a:rPr>
                        <a:t>Learning Rate</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a:effectLst/>
                          <a:latin typeface="Darker Grotesque Medium" panose="020B0604020202020204" charset="0"/>
                        </a:rPr>
                        <a:t>0.001</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dirty="0">
                          <a:effectLst/>
                          <a:latin typeface="Darker Grotesque Medium" panose="020B0604020202020204" charset="0"/>
                        </a:rPr>
                        <a:t>Discount Factor (Gamma γ)</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0.95</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dirty="0">
                          <a:effectLst/>
                          <a:latin typeface="Darker Grotesque Medium" panose="020B0604020202020204" charset="0"/>
                        </a:rPr>
                        <a:t>Replay Memory Size</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50,000</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dirty="0">
                          <a:effectLst/>
                          <a:latin typeface="Darker Grotesque Medium" panose="020B0604020202020204" charset="0"/>
                        </a:rPr>
                        <a:t>Initial Exploration (ε)</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1.0</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a:effectLst/>
                          <a:latin typeface="Darker Grotesque Medium" panose="020B0604020202020204" charset="0"/>
                        </a:rPr>
                        <a:t>Minimum Epsilon</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0.01</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a:effectLst/>
                          <a:latin typeface="Darker Grotesque Medium" panose="020B0604020202020204" charset="0"/>
                        </a:rPr>
                        <a:t>Epsilon Decay</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0.99998</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a:effectLst/>
                          <a:latin typeface="Darker Grotesque Medium" panose="020B0604020202020204" charset="0"/>
                        </a:rPr>
                        <a:t>Target Network Update</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Every 5 Episodes</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a:effectLst/>
                          <a:latin typeface="Darker Grotesque Medium" panose="020B0604020202020204" charset="0"/>
                        </a:rPr>
                        <a:t>Replay Frequency</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Every 4 Steps</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a:effectLst/>
                          <a:latin typeface="Darker Grotesque Medium" panose="020B0604020202020204" charset="0"/>
                        </a:rPr>
                        <a:t>Optimizer</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Adam</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a:noFill/>
                    </a:lnB>
                    <a:lnTlToBr w="12700" cmpd="sng">
                      <a:noFill/>
                      <a:prstDash val="solid"/>
                    </a:lnTlToBr>
                    <a:lnBlToTr w="12700" cmpd="sng">
                      <a:noFill/>
                      <a:prstDash val="solid"/>
                    </a:lnBlToTr>
                  </a:tcPr>
                </a:tc>
              </a:tr>
              <a:tr h="294698">
                <a:tc>
                  <a:txBody>
                    <a:bodyPr/>
                    <a:lstStyle/>
                    <a:p>
                      <a:pPr marL="0" marR="0">
                        <a:lnSpc>
                          <a:spcPct val="107000"/>
                        </a:lnSpc>
                        <a:spcBef>
                          <a:spcPts val="0"/>
                        </a:spcBef>
                        <a:spcAft>
                          <a:spcPts val="0"/>
                        </a:spcAft>
                      </a:pPr>
                      <a:r>
                        <a:rPr lang="en-US" sz="1200">
                          <a:effectLst/>
                          <a:latin typeface="Darker Grotesque Medium" panose="020B0604020202020204" charset="0"/>
                        </a:rPr>
                        <a:t>Loss Function</a:t>
                      </a:r>
                      <a:endParaRPr lang="en-US" sz="11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w="25400" cmpd="sng">
                      <a:noFill/>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200" dirty="0">
                          <a:effectLst/>
                          <a:latin typeface="Darker Grotesque Medium" panose="020B0604020202020204" charset="0"/>
                        </a:rPr>
                        <a:t>Mean Squared Error (MSE)</a:t>
                      </a:r>
                      <a:endParaRPr lang="en-US" sz="11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a:noFill/>
                    </a:lnL>
                    <a:lnR>
                      <a:noFill/>
                    </a:lnR>
                    <a:lnT>
                      <a:noFill/>
                    </a:lnT>
                    <a:lnB w="25400" cmpd="sng">
                      <a:noFill/>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18808317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DQN MODEL</a:t>
            </a:r>
            <a:endParaRPr lang="en-US" dirty="0"/>
          </a:p>
        </p:txBody>
      </p:sp>
      <p:sp>
        <p:nvSpPr>
          <p:cNvPr id="3" name="Subtitle 2"/>
          <p:cNvSpPr>
            <a:spLocks noGrp="1"/>
          </p:cNvSpPr>
          <p:nvPr>
            <p:ph type="subTitle" idx="1"/>
          </p:nvPr>
        </p:nvSpPr>
        <p:spPr>
          <a:xfrm>
            <a:off x="720000" y="1215750"/>
            <a:ext cx="7710900" cy="3927750"/>
          </a:xfrm>
        </p:spPr>
        <p:txBody>
          <a:bodyPr/>
          <a:lstStyle/>
          <a:p>
            <a:r>
              <a:rPr lang="en-US" b="1" dirty="0"/>
              <a:t>Overview</a:t>
            </a:r>
          </a:p>
          <a:p>
            <a:pPr lvl="1" algn="l">
              <a:lnSpc>
                <a:spcPct val="150000"/>
              </a:lnSpc>
              <a:spcBef>
                <a:spcPts val="0"/>
              </a:spcBef>
            </a:pPr>
            <a:r>
              <a:rPr lang="en-US" sz="1600" dirty="0"/>
              <a:t>Combines Q-Learning With Deep Neural Networks </a:t>
            </a:r>
          </a:p>
          <a:p>
            <a:pPr lvl="1" algn="l">
              <a:lnSpc>
                <a:spcPct val="150000"/>
              </a:lnSpc>
              <a:spcBef>
                <a:spcPts val="0"/>
              </a:spcBef>
            </a:pPr>
            <a:r>
              <a:rPr lang="en-US" sz="1600" dirty="0"/>
              <a:t>Learns Optimal Security Actions From User States </a:t>
            </a:r>
          </a:p>
          <a:p>
            <a:pPr lvl="1" algn="l">
              <a:lnSpc>
                <a:spcPct val="150000"/>
              </a:lnSpc>
              <a:spcBef>
                <a:spcPts val="0"/>
              </a:spcBef>
            </a:pPr>
            <a:r>
              <a:rPr lang="en-US" sz="1600" dirty="0"/>
              <a:t>Estimates Future Rewards Using Q-Values </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2776" t="1482" r="22770" b="3046"/>
          <a:stretch/>
        </p:blipFill>
        <p:spPr>
          <a:xfrm>
            <a:off x="5562599" y="0"/>
            <a:ext cx="3581401" cy="5143500"/>
          </a:xfrm>
          <a:prstGeom prst="rect">
            <a:avLst/>
          </a:prstGeom>
        </p:spPr>
      </p:pic>
    </p:spTree>
    <p:extLst>
      <p:ext uri="{BB962C8B-B14F-4D97-AF65-F5344CB8AC3E}">
        <p14:creationId xmlns:p14="http://schemas.microsoft.com/office/powerpoint/2010/main" val="21751923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sp>
        <p:nvSpPr>
          <p:cNvPr id="3" name="Subtitle 2"/>
          <p:cNvSpPr>
            <a:spLocks noGrp="1"/>
          </p:cNvSpPr>
          <p:nvPr>
            <p:ph type="subTitle" idx="1"/>
          </p:nvPr>
        </p:nvSpPr>
        <p:spPr>
          <a:xfrm>
            <a:off x="720000" y="1215750"/>
            <a:ext cx="7710900" cy="3927750"/>
          </a:xfrm>
        </p:spPr>
        <p:txBody>
          <a:bodyPr/>
          <a:lstStyle/>
          <a:p>
            <a:r>
              <a:rPr lang="en-US" b="1" dirty="0"/>
              <a:t>Why DQN Used?</a:t>
            </a:r>
          </a:p>
          <a:p>
            <a:pPr lvl="1" algn="l">
              <a:lnSpc>
                <a:spcPct val="150000"/>
              </a:lnSpc>
              <a:spcBef>
                <a:spcPts val="0"/>
              </a:spcBef>
            </a:pPr>
            <a:r>
              <a:rPr lang="en-US" sz="1600" dirty="0"/>
              <a:t>Handles Large </a:t>
            </a:r>
            <a:r>
              <a:rPr lang="en-US" sz="1600" dirty="0" err="1"/>
              <a:t>Behaviour</a:t>
            </a:r>
            <a:r>
              <a:rPr lang="en-US" sz="1600" dirty="0"/>
              <a:t> Feature Spaces </a:t>
            </a:r>
          </a:p>
          <a:p>
            <a:pPr lvl="1" algn="l">
              <a:lnSpc>
                <a:spcPct val="150000"/>
              </a:lnSpc>
              <a:spcBef>
                <a:spcPts val="0"/>
              </a:spcBef>
            </a:pPr>
            <a:r>
              <a:rPr lang="en-US" sz="1600" dirty="0"/>
              <a:t>Learns Without Fixed Detection Rules </a:t>
            </a:r>
          </a:p>
          <a:p>
            <a:pPr lvl="1" algn="l">
              <a:lnSpc>
                <a:spcPct val="150000"/>
              </a:lnSpc>
              <a:spcBef>
                <a:spcPts val="0"/>
              </a:spcBef>
            </a:pPr>
            <a:r>
              <a:rPr lang="en-US" sz="1600" dirty="0"/>
              <a:t>Improves Decisions Through Experience </a:t>
            </a:r>
            <a:r>
              <a:rPr lang="en-US" sz="1600" dirty="0" smtClean="0"/>
              <a:t>Replay</a:t>
            </a:r>
          </a:p>
          <a:p>
            <a:r>
              <a:rPr lang="en-US" b="1" dirty="0"/>
              <a:t>Key Components</a:t>
            </a:r>
          </a:p>
          <a:p>
            <a:pPr lvl="1" algn="l">
              <a:lnSpc>
                <a:spcPct val="150000"/>
              </a:lnSpc>
              <a:spcBef>
                <a:spcPts val="0"/>
              </a:spcBef>
            </a:pPr>
            <a:r>
              <a:rPr lang="en-US" sz="1600" dirty="0"/>
              <a:t>Experience Replay → Stable Training </a:t>
            </a:r>
          </a:p>
          <a:p>
            <a:pPr lvl="1" algn="l">
              <a:lnSpc>
                <a:spcPct val="150000"/>
              </a:lnSpc>
              <a:spcBef>
                <a:spcPts val="0"/>
              </a:spcBef>
            </a:pPr>
            <a:r>
              <a:rPr lang="en-US" sz="1600" dirty="0"/>
              <a:t>Target Network → Reliable Q-Learning </a:t>
            </a:r>
          </a:p>
          <a:p>
            <a:pPr lvl="1" algn="l">
              <a:lnSpc>
                <a:spcPct val="150000"/>
              </a:lnSpc>
              <a:spcBef>
                <a:spcPts val="0"/>
              </a:spcBef>
            </a:pPr>
            <a:r>
              <a:rPr lang="en-US" sz="1600" dirty="0"/>
              <a:t>Epsilon-Greedy → Exploration Strategy </a:t>
            </a:r>
            <a:endParaRPr lang="en-US" sz="1600" dirty="0"/>
          </a:p>
          <a:p>
            <a:pPr marL="457200" lvl="1" algn="just">
              <a:lnSpc>
                <a:spcPct val="150000"/>
              </a:lnSpc>
              <a:spcBef>
                <a:spcPts val="0"/>
              </a:spcBef>
              <a:buFont typeface="Nunito"/>
              <a:buChar char="●"/>
            </a:pPr>
            <a:r>
              <a:rPr lang="en-US" i="1" dirty="0">
                <a:solidFill>
                  <a:srgbClr val="0070C0"/>
                </a:solidFill>
              </a:rPr>
              <a:t>It </a:t>
            </a:r>
            <a:r>
              <a:rPr lang="en-US" i="1" dirty="0">
                <a:solidFill>
                  <a:srgbClr val="0070C0"/>
                </a:solidFill>
              </a:rPr>
              <a:t>takes user </a:t>
            </a:r>
            <a:r>
              <a:rPr lang="en-US" i="1" dirty="0" err="1">
                <a:solidFill>
                  <a:srgbClr val="0070C0"/>
                </a:solidFill>
              </a:rPr>
              <a:t>behaviour</a:t>
            </a:r>
            <a:r>
              <a:rPr lang="en-US" i="1" dirty="0">
                <a:solidFill>
                  <a:srgbClr val="0070C0"/>
                </a:solidFill>
              </a:rPr>
              <a:t> features as states and uses a neural network to predict Q-values for each security action. Based on reward feedback, the agent improves its policy to detect insider threats more accurately</a:t>
            </a:r>
          </a:p>
          <a:p>
            <a:endParaRPr lang="en-US" dirty="0"/>
          </a:p>
        </p:txBody>
      </p:sp>
    </p:spTree>
    <p:extLst>
      <p:ext uri="{BB962C8B-B14F-4D97-AF65-F5344CB8AC3E}">
        <p14:creationId xmlns:p14="http://schemas.microsoft.com/office/powerpoint/2010/main" val="29183668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DOUBLE DQN MODEL</a:t>
            </a:r>
            <a:endParaRPr lang="en-US" dirty="0"/>
          </a:p>
        </p:txBody>
      </p:sp>
      <p:sp>
        <p:nvSpPr>
          <p:cNvPr id="3" name="Subtitle 2"/>
          <p:cNvSpPr>
            <a:spLocks noGrp="1"/>
          </p:cNvSpPr>
          <p:nvPr>
            <p:ph type="subTitle" idx="1"/>
          </p:nvPr>
        </p:nvSpPr>
        <p:spPr>
          <a:xfrm>
            <a:off x="720000" y="1215750"/>
            <a:ext cx="7710900" cy="3927750"/>
          </a:xfrm>
        </p:spPr>
        <p:txBody>
          <a:bodyPr/>
          <a:lstStyle/>
          <a:p>
            <a:pPr lvl="0"/>
            <a:r>
              <a:rPr lang="en-US" b="1" dirty="0"/>
              <a:t>Overview </a:t>
            </a:r>
            <a:endParaRPr lang="en-US" b="1" dirty="0" smtClean="0"/>
          </a:p>
          <a:p>
            <a:pPr lvl="1" algn="l">
              <a:lnSpc>
                <a:spcPct val="150000"/>
              </a:lnSpc>
              <a:spcBef>
                <a:spcPts val="0"/>
              </a:spcBef>
            </a:pPr>
            <a:r>
              <a:rPr lang="en-US" sz="1600" dirty="0"/>
              <a:t>Improved </a:t>
            </a:r>
            <a:r>
              <a:rPr lang="en-US" sz="1600" dirty="0"/>
              <a:t>Version Of Standard DQN </a:t>
            </a:r>
          </a:p>
          <a:p>
            <a:pPr lvl="1" algn="l">
              <a:lnSpc>
                <a:spcPct val="150000"/>
              </a:lnSpc>
              <a:spcBef>
                <a:spcPts val="0"/>
              </a:spcBef>
            </a:pPr>
            <a:r>
              <a:rPr lang="en-US" sz="1600" dirty="0"/>
              <a:t>Separates Action Selection And Evaluation </a:t>
            </a:r>
          </a:p>
          <a:p>
            <a:pPr lvl="1" algn="l">
              <a:lnSpc>
                <a:spcPct val="150000"/>
              </a:lnSpc>
              <a:spcBef>
                <a:spcPts val="0"/>
              </a:spcBef>
            </a:pPr>
            <a:r>
              <a:rPr lang="en-US" sz="1600" dirty="0"/>
              <a:t>Provides More Stable Q-Value Learning </a:t>
            </a:r>
          </a:p>
          <a:p>
            <a:r>
              <a:rPr lang="en-US" b="1" dirty="0"/>
              <a:t>Why Double DQN Used?</a:t>
            </a:r>
          </a:p>
          <a:p>
            <a:pPr lvl="1" algn="l">
              <a:lnSpc>
                <a:spcPct val="150000"/>
              </a:lnSpc>
              <a:spcBef>
                <a:spcPts val="0"/>
              </a:spcBef>
            </a:pPr>
            <a:r>
              <a:rPr lang="en-US" sz="1600" dirty="0"/>
              <a:t>Reduces Q-Value Overestimation Problem </a:t>
            </a:r>
          </a:p>
          <a:p>
            <a:pPr lvl="1" algn="l">
              <a:lnSpc>
                <a:spcPct val="150000"/>
              </a:lnSpc>
              <a:spcBef>
                <a:spcPts val="0"/>
              </a:spcBef>
            </a:pPr>
            <a:r>
              <a:rPr lang="en-US" sz="1600" dirty="0"/>
              <a:t>Improves Learning Stability And Accuracy </a:t>
            </a:r>
          </a:p>
          <a:p>
            <a:pPr lvl="1" algn="l">
              <a:lnSpc>
                <a:spcPct val="150000"/>
              </a:lnSpc>
              <a:spcBef>
                <a:spcPts val="0"/>
              </a:spcBef>
            </a:pPr>
            <a:r>
              <a:rPr lang="en-US" sz="1600" dirty="0"/>
              <a:t>Produces More Reliable Security Decisions </a:t>
            </a:r>
          </a:p>
          <a:p>
            <a:pPr lvl="1" algn="l">
              <a:lnSpc>
                <a:spcPct val="150000"/>
              </a:lnSpc>
              <a:spcBef>
                <a:spcPts val="0"/>
              </a:spcBef>
            </a:pPr>
            <a:endParaRPr lang="en-US" sz="1600" dirty="0"/>
          </a:p>
        </p:txBody>
      </p:sp>
      <p:pic>
        <p:nvPicPr>
          <p:cNvPr id="5" name="Image 0" descr="preencoded.png"/>
          <p:cNvPicPr>
            <a:picLocks noChangeAspect="1"/>
          </p:cNvPicPr>
          <p:nvPr/>
        </p:nvPicPr>
        <p:blipFill>
          <a:blip r:embed="rId2"/>
          <a:srcRect l="-1" r="-1"/>
          <a:stretch/>
        </p:blipFill>
        <p:spPr>
          <a:xfrm>
            <a:off x="5003800" y="0"/>
            <a:ext cx="4140200" cy="5048033"/>
          </a:xfrm>
          <a:prstGeom prst="rect">
            <a:avLst/>
          </a:prstGeom>
        </p:spPr>
      </p:pic>
    </p:spTree>
    <p:extLst>
      <p:ext uri="{BB962C8B-B14F-4D97-AF65-F5344CB8AC3E}">
        <p14:creationId xmlns:p14="http://schemas.microsoft.com/office/powerpoint/2010/main" val="177700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sp>
        <p:nvSpPr>
          <p:cNvPr id="3" name="Subtitle 2"/>
          <p:cNvSpPr>
            <a:spLocks noGrp="1"/>
          </p:cNvSpPr>
          <p:nvPr>
            <p:ph type="subTitle" idx="1"/>
          </p:nvPr>
        </p:nvSpPr>
        <p:spPr/>
        <p:txBody>
          <a:bodyPr/>
          <a:lstStyle/>
          <a:p>
            <a:pPr>
              <a:lnSpc>
                <a:spcPct val="150000"/>
              </a:lnSpc>
            </a:pPr>
            <a:r>
              <a:rPr lang="en-US" sz="1600" b="1" dirty="0"/>
              <a:t>Key Advantage</a:t>
            </a:r>
          </a:p>
          <a:p>
            <a:pPr lvl="1" algn="l">
              <a:lnSpc>
                <a:spcPct val="150000"/>
              </a:lnSpc>
              <a:spcBef>
                <a:spcPts val="0"/>
              </a:spcBef>
            </a:pPr>
            <a:r>
              <a:rPr lang="en-US" sz="1600" dirty="0"/>
              <a:t>Better Q-Value Estimation </a:t>
            </a:r>
          </a:p>
          <a:p>
            <a:pPr lvl="1" algn="l">
              <a:lnSpc>
                <a:spcPct val="150000"/>
              </a:lnSpc>
              <a:spcBef>
                <a:spcPts val="0"/>
              </a:spcBef>
            </a:pPr>
            <a:r>
              <a:rPr lang="en-US" sz="1600" dirty="0"/>
              <a:t>Stable Training Performance </a:t>
            </a:r>
          </a:p>
          <a:p>
            <a:pPr algn="just">
              <a:lnSpc>
                <a:spcPct val="150000"/>
              </a:lnSpc>
            </a:pPr>
            <a:r>
              <a:rPr lang="en-US" sz="1600" i="1" dirty="0" smtClean="0">
                <a:solidFill>
                  <a:srgbClr val="0070C0"/>
                </a:solidFill>
              </a:rPr>
              <a:t>Double </a:t>
            </a:r>
            <a:r>
              <a:rPr lang="en-US" sz="1600" i="1" dirty="0">
                <a:solidFill>
                  <a:srgbClr val="0070C0"/>
                </a:solidFill>
              </a:rPr>
              <a:t>DQN improves standard DQN by using two networks. The online network selects the action, while the target network evaluates it. This reduces overestimated Q-values and creates more stable anomaly detection decisions</a:t>
            </a:r>
            <a:r>
              <a:rPr lang="en-US" sz="1600" i="1" dirty="0" smtClean="0">
                <a:solidFill>
                  <a:srgbClr val="0070C0"/>
                </a:solidFill>
              </a:rPr>
              <a:t>.</a:t>
            </a:r>
            <a:endParaRPr lang="en-US" sz="1600" i="1" dirty="0">
              <a:solidFill>
                <a:srgbClr val="0070C0"/>
              </a:solidFill>
            </a:endParaRPr>
          </a:p>
          <a:p>
            <a:endParaRPr lang="en-US" dirty="0"/>
          </a:p>
        </p:txBody>
      </p:sp>
    </p:spTree>
    <p:extLst>
      <p:ext uri="{BB962C8B-B14F-4D97-AF65-F5344CB8AC3E}">
        <p14:creationId xmlns:p14="http://schemas.microsoft.com/office/powerpoint/2010/main" val="19694249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DUELLING DQN MODEL</a:t>
            </a:r>
            <a:endParaRPr lang="en-US" dirty="0"/>
          </a:p>
        </p:txBody>
      </p:sp>
      <p:sp>
        <p:nvSpPr>
          <p:cNvPr id="3" name="Subtitle 2"/>
          <p:cNvSpPr>
            <a:spLocks noGrp="1"/>
          </p:cNvSpPr>
          <p:nvPr>
            <p:ph type="subTitle" idx="1"/>
          </p:nvPr>
        </p:nvSpPr>
        <p:spPr/>
        <p:txBody>
          <a:bodyPr/>
          <a:lstStyle/>
          <a:p>
            <a:r>
              <a:rPr lang="en-US" sz="1600" b="1" dirty="0"/>
              <a:t>Overview</a:t>
            </a:r>
          </a:p>
          <a:p>
            <a:pPr lvl="1" algn="l">
              <a:lnSpc>
                <a:spcPct val="150000"/>
              </a:lnSpc>
              <a:spcBef>
                <a:spcPts val="0"/>
              </a:spcBef>
            </a:pPr>
            <a:r>
              <a:rPr lang="en-US" dirty="0"/>
              <a:t>Advanced DQN Architecture Design </a:t>
            </a:r>
          </a:p>
          <a:p>
            <a:pPr lvl="1" algn="l">
              <a:lnSpc>
                <a:spcPct val="150000"/>
              </a:lnSpc>
              <a:spcBef>
                <a:spcPts val="0"/>
              </a:spcBef>
            </a:pPr>
            <a:r>
              <a:rPr lang="en-US" dirty="0"/>
              <a:t>Separates State And Action Learning </a:t>
            </a:r>
          </a:p>
          <a:p>
            <a:pPr lvl="1" algn="l">
              <a:lnSpc>
                <a:spcPct val="150000"/>
              </a:lnSpc>
              <a:spcBef>
                <a:spcPts val="0"/>
              </a:spcBef>
            </a:pPr>
            <a:r>
              <a:rPr lang="en-US" dirty="0"/>
              <a:t>Learns Importance Of Each Situation </a:t>
            </a:r>
          </a:p>
          <a:p>
            <a:r>
              <a:rPr lang="en-US" sz="1600" b="1" dirty="0"/>
              <a:t>Why Dueling DQN Used?</a:t>
            </a:r>
          </a:p>
          <a:p>
            <a:pPr lvl="1" algn="l">
              <a:lnSpc>
                <a:spcPct val="150000"/>
              </a:lnSpc>
              <a:spcBef>
                <a:spcPts val="0"/>
              </a:spcBef>
            </a:pPr>
            <a:r>
              <a:rPr lang="en-US" dirty="0"/>
              <a:t>Understands Critical User </a:t>
            </a:r>
            <a:r>
              <a:rPr lang="en-US" dirty="0" smtClean="0"/>
              <a:t>Behavior </a:t>
            </a:r>
            <a:r>
              <a:rPr lang="en-US" dirty="0"/>
              <a:t>States </a:t>
            </a:r>
          </a:p>
          <a:p>
            <a:pPr lvl="1" algn="l">
              <a:lnSpc>
                <a:spcPct val="150000"/>
              </a:lnSpc>
              <a:spcBef>
                <a:spcPts val="0"/>
              </a:spcBef>
            </a:pPr>
            <a:r>
              <a:rPr lang="en-US" dirty="0"/>
              <a:t>Improves Decision-Making Quality </a:t>
            </a:r>
          </a:p>
          <a:p>
            <a:pPr lvl="1" algn="l">
              <a:lnSpc>
                <a:spcPct val="150000"/>
              </a:lnSpc>
              <a:spcBef>
                <a:spcPts val="0"/>
              </a:spcBef>
            </a:pPr>
            <a:r>
              <a:rPr lang="en-US" dirty="0"/>
              <a:t>Provides Efficient Policy Learning </a:t>
            </a:r>
          </a:p>
          <a:p>
            <a:endParaRPr lang="en-US" sz="1600" dirty="0"/>
          </a:p>
        </p:txBody>
      </p:sp>
      <p:pic>
        <p:nvPicPr>
          <p:cNvPr id="4" name="Image 0" descr="preencoded.png"/>
          <p:cNvPicPr>
            <a:picLocks noChangeAspect="1"/>
          </p:cNvPicPr>
          <p:nvPr/>
        </p:nvPicPr>
        <p:blipFill rotWithShape="1">
          <a:blip r:embed="rId2"/>
          <a:srcRect l="3036" t="4609" r="2276"/>
          <a:stretch/>
        </p:blipFill>
        <p:spPr>
          <a:xfrm>
            <a:off x="4715933" y="0"/>
            <a:ext cx="4428067" cy="5143499"/>
          </a:xfrm>
          <a:prstGeom prst="rect">
            <a:avLst/>
          </a:prstGeom>
        </p:spPr>
      </p:pic>
    </p:spTree>
    <p:extLst>
      <p:ext uri="{BB962C8B-B14F-4D97-AF65-F5344CB8AC3E}">
        <p14:creationId xmlns:p14="http://schemas.microsoft.com/office/powerpoint/2010/main" val="22529974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sp>
        <p:nvSpPr>
          <p:cNvPr id="3" name="Subtitle 2"/>
          <p:cNvSpPr>
            <a:spLocks noGrp="1"/>
          </p:cNvSpPr>
          <p:nvPr>
            <p:ph type="subTitle" idx="1"/>
          </p:nvPr>
        </p:nvSpPr>
        <p:spPr/>
        <p:txBody>
          <a:bodyPr/>
          <a:lstStyle/>
          <a:p>
            <a:pPr>
              <a:lnSpc>
                <a:spcPct val="150000"/>
              </a:lnSpc>
            </a:pPr>
            <a:r>
              <a:rPr lang="en-US" sz="1600" b="1" dirty="0"/>
              <a:t>Key Advantage</a:t>
            </a:r>
          </a:p>
          <a:p>
            <a:pPr lvl="1" algn="l">
              <a:lnSpc>
                <a:spcPct val="150000"/>
              </a:lnSpc>
              <a:spcBef>
                <a:spcPts val="0"/>
              </a:spcBef>
            </a:pPr>
            <a:r>
              <a:rPr lang="en-US" sz="1600" dirty="0"/>
              <a:t>Learns State Importance Separately </a:t>
            </a:r>
          </a:p>
          <a:p>
            <a:pPr lvl="1" algn="l">
              <a:lnSpc>
                <a:spcPct val="150000"/>
              </a:lnSpc>
              <a:spcBef>
                <a:spcPts val="0"/>
              </a:spcBef>
            </a:pPr>
            <a:r>
              <a:rPr lang="en-US" sz="1600" dirty="0"/>
              <a:t>More Effective Threat Decisions </a:t>
            </a:r>
          </a:p>
          <a:p>
            <a:pPr algn="just">
              <a:lnSpc>
                <a:spcPct val="150000"/>
              </a:lnSpc>
            </a:pPr>
            <a:r>
              <a:rPr lang="en-US" sz="1600" i="1" dirty="0" smtClean="0">
                <a:solidFill>
                  <a:srgbClr val="0070C0"/>
                </a:solidFill>
              </a:rPr>
              <a:t>Dueling </a:t>
            </a:r>
            <a:r>
              <a:rPr lang="en-US" sz="1600" i="1" dirty="0">
                <a:solidFill>
                  <a:srgbClr val="0070C0"/>
                </a:solidFill>
              </a:rPr>
              <a:t>DQN divides learning into two streams. The value stream learns how important the current user state is, while the advantage stream learns which security action is better. Both combine to produce final Q-values</a:t>
            </a:r>
            <a:r>
              <a:rPr lang="en-US" sz="1600" i="1" dirty="0" smtClean="0">
                <a:solidFill>
                  <a:srgbClr val="0070C0"/>
                </a:solidFill>
              </a:rPr>
              <a:t>.</a:t>
            </a:r>
            <a:endParaRPr lang="en-US" sz="1600" i="1" dirty="0">
              <a:solidFill>
                <a:srgbClr val="0070C0"/>
              </a:solidFill>
            </a:endParaRPr>
          </a:p>
          <a:p>
            <a:pPr>
              <a:lnSpc>
                <a:spcPct val="150000"/>
              </a:lnSpc>
            </a:pPr>
            <a:endParaRPr lang="en-US" sz="1600" dirty="0"/>
          </a:p>
        </p:txBody>
      </p:sp>
    </p:spTree>
    <p:extLst>
      <p:ext uri="{BB962C8B-B14F-4D97-AF65-F5344CB8AC3E}">
        <p14:creationId xmlns:p14="http://schemas.microsoft.com/office/powerpoint/2010/main" val="3929908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&amp; EVALUATIONS</a:t>
            </a:r>
          </a:p>
        </p:txBody>
      </p:sp>
      <p:sp>
        <p:nvSpPr>
          <p:cNvPr id="5" name="Rectangle 1"/>
          <p:cNvSpPr>
            <a:spLocks noChangeArrowheads="1"/>
          </p:cNvSpPr>
          <p:nvPr/>
        </p:nvSpPr>
        <p:spPr bwMode="auto">
          <a:xfrm>
            <a:off x="712788" y="12382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052789647"/>
              </p:ext>
            </p:extLst>
          </p:nvPr>
        </p:nvGraphicFramePr>
        <p:xfrm>
          <a:off x="560389" y="1017725"/>
          <a:ext cx="7677680" cy="3672065"/>
        </p:xfrm>
        <a:graphic>
          <a:graphicData uri="http://schemas.openxmlformats.org/drawingml/2006/table">
            <a:tbl>
              <a:tblPr firstRow="1" firstCol="1" bandRow="1">
                <a:effectLst>
                  <a:outerShdw blurRad="50800" dist="38100" dir="5400000" algn="t" rotWithShape="0">
                    <a:prstClr val="black">
                      <a:alpha val="40000"/>
                    </a:prstClr>
                  </a:outerShdw>
                </a:effectLst>
                <a:tableStyleId>{7DF18680-E054-41AD-8BC1-D1AEF772440D}</a:tableStyleId>
              </a:tblPr>
              <a:tblGrid>
                <a:gridCol w="1919420"/>
                <a:gridCol w="1919420"/>
                <a:gridCol w="1919420"/>
                <a:gridCol w="1919420"/>
              </a:tblGrid>
              <a:tr h="404880">
                <a:tc>
                  <a:txBody>
                    <a:bodyPr/>
                    <a:lstStyle/>
                    <a:p>
                      <a:pPr marL="0" marR="0" algn="ctr">
                        <a:lnSpc>
                          <a:spcPct val="107000"/>
                        </a:lnSpc>
                        <a:spcBef>
                          <a:spcPts val="0"/>
                        </a:spcBef>
                        <a:spcAft>
                          <a:spcPts val="0"/>
                        </a:spcAft>
                      </a:pPr>
                      <a:r>
                        <a:rPr lang="en-US" sz="2000" dirty="0">
                          <a:effectLst/>
                          <a:latin typeface="Darker Grotesque Medium" panose="020B0604020202020204" charset="0"/>
                        </a:rPr>
                        <a:t>Metric</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DQN</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a:effectLst/>
                          <a:latin typeface="Darker Grotesque Medium" panose="020B0604020202020204" charset="0"/>
                        </a:rPr>
                        <a:t>Double DQN</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a:effectLst/>
                          <a:latin typeface="Darker Grotesque Medium" panose="020B0604020202020204" charset="0"/>
                        </a:rPr>
                        <a:t>Dueling DQN</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tcPr>
                </a:tc>
              </a:tr>
              <a:tr h="404880">
                <a:tc>
                  <a:txBody>
                    <a:bodyPr/>
                    <a:lstStyle/>
                    <a:p>
                      <a:pPr marL="0" marR="0" algn="ctr">
                        <a:lnSpc>
                          <a:spcPct val="107000"/>
                        </a:lnSpc>
                        <a:spcBef>
                          <a:spcPts val="0"/>
                        </a:spcBef>
                        <a:spcAft>
                          <a:spcPts val="0"/>
                        </a:spcAft>
                      </a:pPr>
                      <a:r>
                        <a:rPr lang="en-US" sz="2000" dirty="0">
                          <a:effectLst/>
                          <a:latin typeface="Darker Grotesque Medium" panose="020B0604020202020204" charset="0"/>
                        </a:rPr>
                        <a:t>Accuracy</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99.93%</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a:effectLst/>
                          <a:latin typeface="Darker Grotesque Medium" panose="020B0604020202020204" charset="0"/>
                        </a:rPr>
                        <a:t>99.90%</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algn="ctr" rtl="0">
                        <a:lnSpc>
                          <a:spcPct val="107000"/>
                        </a:lnSpc>
                        <a:spcBef>
                          <a:spcPts val="0"/>
                        </a:spcBef>
                        <a:spcAft>
                          <a:spcPts val="0"/>
                        </a:spcAft>
                        <a:buClr>
                          <a:srgbClr val="000000"/>
                        </a:buClr>
                        <a:buFont typeface="Arial"/>
                      </a:pPr>
                      <a:r>
                        <a:rPr lang="en-US" sz="2400" b="1" i="0" u="none" strike="noStrike" cap="none" dirty="0">
                          <a:solidFill>
                            <a:schemeClr val="accent6">
                              <a:lumMod val="75000"/>
                            </a:schemeClr>
                          </a:solidFill>
                          <a:effectLst/>
                          <a:latin typeface="Darker Grotesque Medium" panose="020B0604020202020204" charset="0"/>
                          <a:ea typeface="+mn-ea"/>
                          <a:cs typeface="+mn-cs"/>
                          <a:sym typeface="Arial"/>
                        </a:rPr>
                        <a:t>99.98%</a:t>
                      </a:r>
                    </a:p>
                  </a:txBody>
                  <a:tcPr marL="9525" marR="9525" marT="9525" marB="9525" anchor="ctr">
                    <a:lnL w="12700" cmpd="sng">
                      <a:noFill/>
                    </a:lnL>
                    <a:lnR w="12700" cmpd="sng">
                      <a:noFill/>
                    </a:lnR>
                    <a:lnT w="38100" cmpd="sng">
                      <a:noFill/>
                    </a:lnT>
                    <a:lnB w="12700" cmpd="sng">
                      <a:noFill/>
                    </a:lnB>
                    <a:lnTlToBr w="12700" cmpd="sng">
                      <a:noFill/>
                      <a:prstDash val="solid"/>
                    </a:lnTlToBr>
                    <a:lnBlToTr w="12700" cmpd="sng">
                      <a:noFill/>
                      <a:prstDash val="solid"/>
                    </a:lnBlToTr>
                  </a:tcPr>
                </a:tc>
              </a:tr>
              <a:tr h="404880">
                <a:tc>
                  <a:txBody>
                    <a:bodyPr/>
                    <a:lstStyle/>
                    <a:p>
                      <a:pPr marL="0" marR="0" algn="ctr">
                        <a:lnSpc>
                          <a:spcPct val="107000"/>
                        </a:lnSpc>
                        <a:spcBef>
                          <a:spcPts val="0"/>
                        </a:spcBef>
                        <a:spcAft>
                          <a:spcPts val="0"/>
                        </a:spcAft>
                      </a:pPr>
                      <a:r>
                        <a:rPr lang="en-US" sz="2000" dirty="0">
                          <a:effectLst/>
                          <a:latin typeface="Darker Grotesque Medium" panose="020B0604020202020204" charset="0"/>
                        </a:rPr>
                        <a:t>Precision</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99.93%</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a:effectLst/>
                          <a:latin typeface="Darker Grotesque Medium" panose="020B0604020202020204" charset="0"/>
                        </a:rPr>
                        <a:t>99.91%</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rtl="0">
                        <a:lnSpc>
                          <a:spcPct val="107000"/>
                        </a:lnSpc>
                        <a:spcBef>
                          <a:spcPts val="0"/>
                        </a:spcBef>
                        <a:spcAft>
                          <a:spcPts val="0"/>
                        </a:spcAft>
                        <a:buClr>
                          <a:srgbClr val="000000"/>
                        </a:buClr>
                        <a:buFont typeface="Arial"/>
                      </a:pPr>
                      <a:r>
                        <a:rPr lang="en-US" sz="2400" b="1" i="0" u="none" strike="noStrike" cap="none" dirty="0">
                          <a:solidFill>
                            <a:schemeClr val="accent6">
                              <a:lumMod val="75000"/>
                            </a:schemeClr>
                          </a:solidFill>
                          <a:effectLst/>
                          <a:latin typeface="Darker Grotesque Medium" panose="020B0604020202020204" charset="0"/>
                          <a:ea typeface="+mn-ea"/>
                          <a:cs typeface="+mn-cs"/>
                          <a:sym typeface="Arial"/>
                        </a:rPr>
                        <a:t>99.98%</a:t>
                      </a: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04880">
                <a:tc>
                  <a:txBody>
                    <a:bodyPr/>
                    <a:lstStyle/>
                    <a:p>
                      <a:pPr marL="0" marR="0" algn="ctr">
                        <a:lnSpc>
                          <a:spcPct val="107000"/>
                        </a:lnSpc>
                        <a:spcBef>
                          <a:spcPts val="0"/>
                        </a:spcBef>
                        <a:spcAft>
                          <a:spcPts val="0"/>
                        </a:spcAft>
                      </a:pPr>
                      <a:r>
                        <a:rPr lang="en-US" sz="2000" dirty="0">
                          <a:effectLst/>
                          <a:latin typeface="Darker Grotesque Medium" panose="020B0604020202020204" charset="0"/>
                        </a:rPr>
                        <a:t>Recall</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99.93%</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a:effectLst/>
                          <a:latin typeface="Darker Grotesque Medium" panose="020B0604020202020204" charset="0"/>
                        </a:rPr>
                        <a:t>99.90%</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rtl="0">
                        <a:lnSpc>
                          <a:spcPct val="107000"/>
                        </a:lnSpc>
                        <a:spcBef>
                          <a:spcPts val="0"/>
                        </a:spcBef>
                        <a:spcAft>
                          <a:spcPts val="0"/>
                        </a:spcAft>
                        <a:buClr>
                          <a:srgbClr val="000000"/>
                        </a:buClr>
                        <a:buFont typeface="Arial"/>
                      </a:pPr>
                      <a:r>
                        <a:rPr lang="en-US" sz="2400" b="1" i="0" u="none" strike="noStrike" cap="none" dirty="0">
                          <a:solidFill>
                            <a:schemeClr val="accent6">
                              <a:lumMod val="75000"/>
                            </a:schemeClr>
                          </a:solidFill>
                          <a:effectLst/>
                          <a:latin typeface="Darker Grotesque Medium" panose="020B0604020202020204" charset="0"/>
                          <a:ea typeface="+mn-ea"/>
                          <a:cs typeface="+mn-cs"/>
                          <a:sym typeface="Arial"/>
                        </a:rPr>
                        <a:t>99.98%</a:t>
                      </a: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04880">
                <a:tc>
                  <a:txBody>
                    <a:bodyPr/>
                    <a:lstStyle/>
                    <a:p>
                      <a:pPr marL="0" marR="0" algn="ctr">
                        <a:lnSpc>
                          <a:spcPct val="107000"/>
                        </a:lnSpc>
                        <a:spcBef>
                          <a:spcPts val="0"/>
                        </a:spcBef>
                        <a:spcAft>
                          <a:spcPts val="0"/>
                        </a:spcAft>
                      </a:pPr>
                      <a:r>
                        <a:rPr lang="en-US" sz="2000">
                          <a:effectLst/>
                          <a:latin typeface="Darker Grotesque Medium" panose="020B0604020202020204" charset="0"/>
                        </a:rPr>
                        <a:t>F1 Score</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99.93%</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99.91%</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rtl="0">
                        <a:lnSpc>
                          <a:spcPct val="107000"/>
                        </a:lnSpc>
                        <a:spcBef>
                          <a:spcPts val="0"/>
                        </a:spcBef>
                        <a:spcAft>
                          <a:spcPts val="0"/>
                        </a:spcAft>
                        <a:buClr>
                          <a:srgbClr val="000000"/>
                        </a:buClr>
                        <a:buFont typeface="Arial"/>
                      </a:pPr>
                      <a:r>
                        <a:rPr lang="en-US" sz="2400" b="1" i="0" u="none" strike="noStrike" cap="none" dirty="0">
                          <a:solidFill>
                            <a:schemeClr val="accent6">
                              <a:lumMod val="75000"/>
                            </a:schemeClr>
                          </a:solidFill>
                          <a:effectLst/>
                          <a:latin typeface="Darker Grotesque Medium" panose="020B0604020202020204" charset="0"/>
                          <a:ea typeface="+mn-ea"/>
                          <a:cs typeface="+mn-cs"/>
                          <a:sym typeface="Arial"/>
                        </a:rPr>
                        <a:t>99.98%</a:t>
                      </a: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04880">
                <a:tc>
                  <a:txBody>
                    <a:bodyPr/>
                    <a:lstStyle/>
                    <a:p>
                      <a:pPr marL="0" marR="0" algn="ctr">
                        <a:lnSpc>
                          <a:spcPct val="107000"/>
                        </a:lnSpc>
                        <a:spcBef>
                          <a:spcPts val="0"/>
                        </a:spcBef>
                        <a:spcAft>
                          <a:spcPts val="0"/>
                        </a:spcAft>
                      </a:pPr>
                      <a:r>
                        <a:rPr lang="en-US" sz="2000">
                          <a:effectLst/>
                          <a:latin typeface="Darker Grotesque Medium" panose="020B0604020202020204" charset="0"/>
                        </a:rPr>
                        <a:t>Test Reward</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43,910,090</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43,903,200</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rtl="0">
                        <a:lnSpc>
                          <a:spcPct val="107000"/>
                        </a:lnSpc>
                        <a:spcBef>
                          <a:spcPts val="0"/>
                        </a:spcBef>
                        <a:spcAft>
                          <a:spcPts val="0"/>
                        </a:spcAft>
                        <a:buClr>
                          <a:srgbClr val="000000"/>
                        </a:buClr>
                        <a:buFont typeface="Arial"/>
                      </a:pPr>
                      <a:r>
                        <a:rPr lang="en-US" sz="2400" b="1" i="0" u="none" strike="noStrike" cap="none" dirty="0">
                          <a:solidFill>
                            <a:schemeClr val="accent6">
                              <a:lumMod val="75000"/>
                            </a:schemeClr>
                          </a:solidFill>
                          <a:effectLst/>
                          <a:latin typeface="Darker Grotesque Medium" panose="020B0604020202020204" charset="0"/>
                          <a:ea typeface="+mn-ea"/>
                          <a:cs typeface="+mn-cs"/>
                          <a:sym typeface="Arial"/>
                        </a:rPr>
                        <a:t>43,923,560</a:t>
                      </a: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804779">
                <a:tc>
                  <a:txBody>
                    <a:bodyPr/>
                    <a:lstStyle/>
                    <a:p>
                      <a:pPr marL="0" marR="0" algn="ctr">
                        <a:lnSpc>
                          <a:spcPct val="107000"/>
                        </a:lnSpc>
                        <a:spcBef>
                          <a:spcPts val="0"/>
                        </a:spcBef>
                        <a:spcAft>
                          <a:spcPts val="0"/>
                        </a:spcAft>
                      </a:pPr>
                      <a:r>
                        <a:rPr lang="en-US" sz="2000">
                          <a:effectLst/>
                          <a:latin typeface="Darker Grotesque Medium" panose="020B0604020202020204" charset="0"/>
                        </a:rPr>
                        <a:t>Final Training Reward</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smtClean="0">
                          <a:effectLst/>
                          <a:latin typeface="Darker Grotesque Medium" panose="020B0604020202020204" charset="0"/>
                        </a:rPr>
                        <a:t>13,366,78</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13,368,295</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rtl="0">
                        <a:lnSpc>
                          <a:spcPct val="107000"/>
                        </a:lnSpc>
                        <a:spcBef>
                          <a:spcPts val="0"/>
                        </a:spcBef>
                        <a:spcAft>
                          <a:spcPts val="0"/>
                        </a:spcAft>
                        <a:buClr>
                          <a:srgbClr val="000000"/>
                        </a:buClr>
                        <a:buFont typeface="Arial"/>
                      </a:pPr>
                      <a:r>
                        <a:rPr lang="en-US" sz="2400" b="1" i="0" u="none" strike="noStrike" cap="none" dirty="0">
                          <a:solidFill>
                            <a:schemeClr val="accent6">
                              <a:lumMod val="75000"/>
                            </a:schemeClr>
                          </a:solidFill>
                          <a:effectLst/>
                          <a:latin typeface="Darker Grotesque Medium" panose="020B0604020202020204" charset="0"/>
                          <a:ea typeface="+mn-ea"/>
                          <a:cs typeface="+mn-cs"/>
                          <a:sym typeface="Arial"/>
                        </a:rPr>
                        <a:t>13,375,915</a:t>
                      </a: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04880">
                <a:tc>
                  <a:txBody>
                    <a:bodyPr/>
                    <a:lstStyle/>
                    <a:p>
                      <a:pPr marL="0" marR="0" algn="ctr">
                        <a:lnSpc>
                          <a:spcPct val="107000"/>
                        </a:lnSpc>
                        <a:spcBef>
                          <a:spcPts val="0"/>
                        </a:spcBef>
                        <a:spcAft>
                          <a:spcPts val="0"/>
                        </a:spcAft>
                      </a:pPr>
                      <a:r>
                        <a:rPr lang="en-US" sz="2000">
                          <a:effectLst/>
                          <a:latin typeface="Darker Grotesque Medium" panose="020B0604020202020204" charset="0"/>
                        </a:rPr>
                        <a:t>Average Loss</a:t>
                      </a:r>
                      <a:endParaRPr lang="en-US" sz="18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smtClean="0">
                          <a:effectLst/>
                          <a:latin typeface="Darker Grotesque Medium" panose="020B0604020202020204" charset="0"/>
                        </a:rPr>
                        <a:t>225.89</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Darker Grotesque Medium" panose="020B0604020202020204" charset="0"/>
                        </a:rPr>
                        <a:t>202.99</a:t>
                      </a:r>
                      <a:endParaRPr lang="en-US" sz="18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rtl="0">
                        <a:lnSpc>
                          <a:spcPct val="107000"/>
                        </a:lnSpc>
                        <a:spcBef>
                          <a:spcPts val="0"/>
                        </a:spcBef>
                        <a:spcAft>
                          <a:spcPts val="0"/>
                        </a:spcAft>
                        <a:buClr>
                          <a:srgbClr val="000000"/>
                        </a:buClr>
                        <a:buFont typeface="Arial"/>
                      </a:pPr>
                      <a:r>
                        <a:rPr lang="en-US" sz="2400" b="1" i="0" u="none" strike="noStrike" cap="none" dirty="0">
                          <a:solidFill>
                            <a:schemeClr val="accent6">
                              <a:lumMod val="75000"/>
                            </a:schemeClr>
                          </a:solidFill>
                          <a:effectLst/>
                          <a:latin typeface="Darker Grotesque Medium" panose="020B0604020202020204" charset="0"/>
                          <a:ea typeface="+mn-ea"/>
                          <a:cs typeface="+mn-cs"/>
                          <a:sym typeface="Arial"/>
                        </a:rPr>
                        <a:t>189.77</a:t>
                      </a: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3458436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99" y="1017725"/>
            <a:ext cx="7255933" cy="4125775"/>
          </a:xfrm>
          <a:prstGeom prst="rect">
            <a:avLst/>
          </a:prstGeom>
        </p:spPr>
      </p:pic>
    </p:spTree>
    <p:extLst>
      <p:ext uri="{BB962C8B-B14F-4D97-AF65-F5344CB8AC3E}">
        <p14:creationId xmlns:p14="http://schemas.microsoft.com/office/powerpoint/2010/main" val="11463499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000" y="1017725"/>
            <a:ext cx="7187867" cy="4125775"/>
          </a:xfrm>
          <a:prstGeom prst="rect">
            <a:avLst/>
          </a:prstGeom>
        </p:spPr>
      </p:pic>
    </p:spTree>
    <p:extLst>
      <p:ext uri="{BB962C8B-B14F-4D97-AF65-F5344CB8AC3E}">
        <p14:creationId xmlns:p14="http://schemas.microsoft.com/office/powerpoint/2010/main" val="23483387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876" y="1017725"/>
            <a:ext cx="6262458" cy="3757474"/>
          </a:xfrm>
          <a:prstGeom prst="rect">
            <a:avLst/>
          </a:prstGeom>
        </p:spPr>
      </p:pic>
    </p:spTree>
    <p:extLst>
      <p:ext uri="{BB962C8B-B14F-4D97-AF65-F5344CB8AC3E}">
        <p14:creationId xmlns:p14="http://schemas.microsoft.com/office/powerpoint/2010/main" val="5221078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6700" y="445025"/>
            <a:ext cx="6934200" cy="5007508"/>
          </a:xfrm>
          <a:prstGeom prst="rect">
            <a:avLst/>
          </a:prstGeom>
        </p:spPr>
      </p:pic>
    </p:spTree>
    <p:extLst>
      <p:ext uri="{BB962C8B-B14F-4D97-AF65-F5344CB8AC3E}">
        <p14:creationId xmlns:p14="http://schemas.microsoft.com/office/powerpoint/2010/main" val="6197906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sp>
        <p:nvSpPr>
          <p:cNvPr id="3" name="Subtitle 2"/>
          <p:cNvSpPr>
            <a:spLocks noGrp="1"/>
          </p:cNvSpPr>
          <p:nvPr>
            <p:ph type="subTitle" idx="1"/>
          </p:nvPr>
        </p:nvSpPr>
        <p:spPr/>
        <p:txBody>
          <a:bodyPr/>
          <a:lstStyle/>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925590604"/>
              </p:ext>
            </p:extLst>
          </p:nvPr>
        </p:nvGraphicFramePr>
        <p:xfrm>
          <a:off x="720000" y="1122617"/>
          <a:ext cx="7718424" cy="3739722"/>
        </p:xfrm>
        <a:graphic>
          <a:graphicData uri="http://schemas.openxmlformats.org/drawingml/2006/table">
            <a:tbl>
              <a:tblPr firstRow="1" firstCol="1" bandRow="1">
                <a:effectLst>
                  <a:outerShdw blurRad="50800" dist="38100" dir="8100000" algn="tr" rotWithShape="0">
                    <a:prstClr val="black">
                      <a:alpha val="40000"/>
                    </a:prstClr>
                  </a:outerShdw>
                </a:effectLst>
                <a:tableStyleId>{7DF18680-E054-41AD-8BC1-D1AEF772440D}</a:tableStyleId>
              </a:tblPr>
              <a:tblGrid>
                <a:gridCol w="1929606"/>
                <a:gridCol w="1929606"/>
                <a:gridCol w="1929606"/>
                <a:gridCol w="1929606"/>
              </a:tblGrid>
              <a:tr h="458690">
                <a:tc>
                  <a:txBody>
                    <a:bodyPr/>
                    <a:lstStyle/>
                    <a:p>
                      <a:pPr marL="0" marR="0" algn="ctr">
                        <a:lnSpc>
                          <a:spcPct val="107000"/>
                        </a:lnSpc>
                        <a:spcBef>
                          <a:spcPts val="0"/>
                        </a:spcBef>
                        <a:spcAft>
                          <a:spcPts val="0"/>
                        </a:spcAft>
                      </a:pPr>
                      <a:r>
                        <a:rPr lang="en-US" sz="1400" dirty="0">
                          <a:effectLst/>
                          <a:latin typeface="Darker Grotesque Medium" panose="020B0604020202020204" charset="0"/>
                        </a:rPr>
                        <a:t>Evaluation Metric</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Darker Grotesque Medium" panose="020B0604020202020204" charset="0"/>
                        </a:rPr>
                        <a:t>DQN</a:t>
                      </a:r>
                      <a:endParaRPr lang="en-US" sz="14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Darker Grotesque Medium" panose="020B0604020202020204" charset="0"/>
                        </a:rPr>
                        <a:t>Double DQN</a:t>
                      </a:r>
                      <a:endParaRPr lang="en-US" sz="14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Dueling DQN</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38100" cmpd="sng">
                      <a:noFill/>
                    </a:lnB>
                    <a:lnTlToBr w="12700" cmpd="sng">
                      <a:noFill/>
                      <a:prstDash val="solid"/>
                    </a:lnTlToBr>
                    <a:lnBlToTr w="12700" cmpd="sng">
                      <a:noFill/>
                      <a:prstDash val="solid"/>
                    </a:lnBlToTr>
                  </a:tcPr>
                </a:tc>
              </a:tr>
              <a:tr h="458690">
                <a:tc>
                  <a:txBody>
                    <a:bodyPr/>
                    <a:lstStyle/>
                    <a:p>
                      <a:pPr marL="0" marR="0" algn="ctr">
                        <a:lnSpc>
                          <a:spcPct val="107000"/>
                        </a:lnSpc>
                        <a:spcBef>
                          <a:spcPts val="0"/>
                        </a:spcBef>
                        <a:spcAft>
                          <a:spcPts val="0"/>
                        </a:spcAft>
                      </a:pPr>
                      <a:r>
                        <a:rPr lang="en-US" sz="1400" dirty="0">
                          <a:effectLst/>
                          <a:latin typeface="Darker Grotesque Medium" panose="020B0604020202020204" charset="0"/>
                        </a:rPr>
                        <a:t>Detection Accuracy</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Good</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Darker Grotesque Medium" panose="020B0604020202020204" charset="0"/>
                        </a:rPr>
                        <a:t>Improved</a:t>
                      </a:r>
                      <a:endParaRPr lang="en-US" sz="14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600" b="1" dirty="0">
                          <a:solidFill>
                            <a:schemeClr val="accent6">
                              <a:lumMod val="75000"/>
                            </a:schemeClr>
                          </a:solidFill>
                          <a:effectLst/>
                          <a:latin typeface="Darker Grotesque Medium" panose="020B0604020202020204" charset="0"/>
                        </a:rPr>
                        <a:t>Highest</a:t>
                      </a:r>
                      <a:endParaRPr lang="en-US" sz="1600" b="1" dirty="0">
                        <a:solidFill>
                          <a:schemeClr val="accent6">
                            <a:lumMod val="75000"/>
                          </a:schemeClr>
                        </a:solidFill>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38100" cmpd="sng">
                      <a:noFill/>
                    </a:lnT>
                    <a:lnB w="12700" cmpd="sng">
                      <a:noFill/>
                    </a:lnB>
                    <a:lnTlToBr w="12700" cmpd="sng">
                      <a:noFill/>
                      <a:prstDash val="solid"/>
                    </a:lnTlToBr>
                    <a:lnBlToTr w="12700" cmpd="sng">
                      <a:noFill/>
                      <a:prstDash val="solid"/>
                    </a:lnBlToTr>
                  </a:tcPr>
                </a:tc>
              </a:tr>
              <a:tr h="458690">
                <a:tc>
                  <a:txBody>
                    <a:bodyPr/>
                    <a:lstStyle/>
                    <a:p>
                      <a:pPr marL="0" marR="0" algn="ctr">
                        <a:lnSpc>
                          <a:spcPct val="107000"/>
                        </a:lnSpc>
                        <a:spcBef>
                          <a:spcPts val="0"/>
                        </a:spcBef>
                        <a:spcAft>
                          <a:spcPts val="0"/>
                        </a:spcAft>
                      </a:pPr>
                      <a:r>
                        <a:rPr lang="en-US" sz="1400" dirty="0">
                          <a:effectLst/>
                          <a:latin typeface="Darker Grotesque Medium" panose="020B0604020202020204" charset="0"/>
                        </a:rPr>
                        <a:t>Cumulative Reward</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Stable Increase</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Darker Grotesque Medium" panose="020B0604020202020204" charset="0"/>
                        </a:rPr>
                        <a:t>Higher Reward Gain</a:t>
                      </a:r>
                      <a:endParaRPr lang="en-US" sz="14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600" b="1" dirty="0">
                          <a:solidFill>
                            <a:schemeClr val="accent6">
                              <a:lumMod val="75000"/>
                            </a:schemeClr>
                          </a:solidFill>
                          <a:effectLst/>
                          <a:latin typeface="Darker Grotesque Medium" panose="020B0604020202020204" charset="0"/>
                        </a:rPr>
                        <a:t>Best Reward Optimization</a:t>
                      </a:r>
                      <a:endParaRPr lang="en-US" sz="1600" b="1" dirty="0">
                        <a:solidFill>
                          <a:schemeClr val="accent6">
                            <a:lumMod val="75000"/>
                          </a:schemeClr>
                        </a:solidFill>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58690">
                <a:tc>
                  <a:txBody>
                    <a:bodyPr/>
                    <a:lstStyle/>
                    <a:p>
                      <a:pPr marL="0" marR="0" algn="ctr">
                        <a:lnSpc>
                          <a:spcPct val="107000"/>
                        </a:lnSpc>
                        <a:spcBef>
                          <a:spcPts val="0"/>
                        </a:spcBef>
                        <a:spcAft>
                          <a:spcPts val="0"/>
                        </a:spcAft>
                      </a:pPr>
                      <a:r>
                        <a:rPr lang="en-US" sz="1400" dirty="0">
                          <a:effectLst/>
                          <a:latin typeface="Darker Grotesque Medium" panose="020B0604020202020204" charset="0"/>
                        </a:rPr>
                        <a:t>Training Loss</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More Fluctuation</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Darker Grotesque Medium" panose="020B0604020202020204" charset="0"/>
                        </a:rPr>
                        <a:t>More Stable</a:t>
                      </a:r>
                      <a:endParaRPr lang="en-US" sz="14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600" b="1" dirty="0">
                          <a:solidFill>
                            <a:schemeClr val="accent6">
                              <a:lumMod val="75000"/>
                            </a:schemeClr>
                          </a:solidFill>
                          <a:effectLst/>
                          <a:latin typeface="Darker Grotesque Medium" panose="020B0604020202020204" charset="0"/>
                        </a:rPr>
                        <a:t>Smooth Convergence</a:t>
                      </a:r>
                      <a:endParaRPr lang="en-US" sz="1600" b="1" dirty="0">
                        <a:solidFill>
                          <a:schemeClr val="accent6">
                            <a:lumMod val="75000"/>
                          </a:schemeClr>
                        </a:solidFill>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58690">
                <a:tc>
                  <a:txBody>
                    <a:bodyPr/>
                    <a:lstStyle/>
                    <a:p>
                      <a:pPr marL="0" marR="0" algn="ctr">
                        <a:lnSpc>
                          <a:spcPct val="107000"/>
                        </a:lnSpc>
                        <a:spcBef>
                          <a:spcPts val="0"/>
                        </a:spcBef>
                        <a:spcAft>
                          <a:spcPts val="0"/>
                        </a:spcAft>
                      </a:pPr>
                      <a:r>
                        <a:rPr lang="en-US" sz="1400" dirty="0">
                          <a:effectLst/>
                          <a:latin typeface="Darker Grotesque Medium" panose="020B0604020202020204" charset="0"/>
                        </a:rPr>
                        <a:t>Q-Value Learning</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Overestimation Issue</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Reduced Bias</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600" b="1" dirty="0">
                          <a:solidFill>
                            <a:schemeClr val="accent6">
                              <a:lumMod val="75000"/>
                            </a:schemeClr>
                          </a:solidFill>
                          <a:effectLst/>
                          <a:latin typeface="Darker Grotesque Medium" panose="020B0604020202020204" charset="0"/>
                        </a:rPr>
                        <a:t>Better State Evaluation</a:t>
                      </a:r>
                      <a:endParaRPr lang="en-US" sz="1600" b="1" dirty="0">
                        <a:solidFill>
                          <a:schemeClr val="accent6">
                            <a:lumMod val="75000"/>
                          </a:schemeClr>
                        </a:solidFill>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58690">
                <a:tc>
                  <a:txBody>
                    <a:bodyPr/>
                    <a:lstStyle/>
                    <a:p>
                      <a:pPr marL="0" marR="0" algn="ctr">
                        <a:lnSpc>
                          <a:spcPct val="107000"/>
                        </a:lnSpc>
                        <a:spcBef>
                          <a:spcPts val="0"/>
                        </a:spcBef>
                        <a:spcAft>
                          <a:spcPts val="0"/>
                        </a:spcAft>
                      </a:pPr>
                      <a:r>
                        <a:rPr lang="en-US" sz="1400" dirty="0">
                          <a:effectLst/>
                          <a:latin typeface="Darker Grotesque Medium" panose="020B0604020202020204" charset="0"/>
                        </a:rPr>
                        <a:t>Learning Stability</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Darker Grotesque Medium" panose="020B0604020202020204" charset="0"/>
                        </a:rPr>
                        <a:t>Moderate</a:t>
                      </a:r>
                      <a:endParaRPr lang="en-US" sz="14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High</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600" b="1" dirty="0">
                          <a:solidFill>
                            <a:schemeClr val="accent6">
                              <a:lumMod val="75000"/>
                            </a:schemeClr>
                          </a:solidFill>
                          <a:effectLst/>
                          <a:latin typeface="Darker Grotesque Medium" panose="020B0604020202020204" charset="0"/>
                        </a:rPr>
                        <a:t>Highest</a:t>
                      </a:r>
                      <a:endParaRPr lang="en-US" sz="1600" b="1" dirty="0">
                        <a:solidFill>
                          <a:schemeClr val="accent6">
                            <a:lumMod val="75000"/>
                          </a:schemeClr>
                        </a:solidFill>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58690">
                <a:tc>
                  <a:txBody>
                    <a:bodyPr/>
                    <a:lstStyle/>
                    <a:p>
                      <a:pPr marL="0" marR="0" algn="ctr">
                        <a:lnSpc>
                          <a:spcPct val="107000"/>
                        </a:lnSpc>
                        <a:spcBef>
                          <a:spcPts val="0"/>
                        </a:spcBef>
                        <a:spcAft>
                          <a:spcPts val="0"/>
                        </a:spcAft>
                      </a:pPr>
                      <a:r>
                        <a:rPr lang="en-US" sz="1400" dirty="0">
                          <a:effectLst/>
                          <a:latin typeface="Darker Grotesque Medium" panose="020B0604020202020204" charset="0"/>
                        </a:rPr>
                        <a:t>Decision Quality</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Darker Grotesque Medium" panose="020B0604020202020204" charset="0"/>
                        </a:rPr>
                        <a:t>Baseline Decisions</a:t>
                      </a:r>
                      <a:endParaRPr lang="en-US" sz="14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Reliable Decisions</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600" b="1" dirty="0">
                          <a:solidFill>
                            <a:schemeClr val="accent6">
                              <a:lumMod val="75000"/>
                            </a:schemeClr>
                          </a:solidFill>
                          <a:effectLst/>
                          <a:latin typeface="Darker Grotesque Medium" panose="020B0604020202020204" charset="0"/>
                        </a:rPr>
                        <a:t>Optimized Decisions</a:t>
                      </a:r>
                      <a:endParaRPr lang="en-US" sz="1600" b="1" dirty="0">
                        <a:solidFill>
                          <a:schemeClr val="accent6">
                            <a:lumMod val="75000"/>
                          </a:schemeClr>
                        </a:solidFill>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458690">
                <a:tc>
                  <a:txBody>
                    <a:bodyPr/>
                    <a:lstStyle/>
                    <a:p>
                      <a:pPr marL="0" marR="0" algn="ctr">
                        <a:lnSpc>
                          <a:spcPct val="107000"/>
                        </a:lnSpc>
                        <a:spcBef>
                          <a:spcPts val="0"/>
                        </a:spcBef>
                        <a:spcAft>
                          <a:spcPts val="0"/>
                        </a:spcAft>
                      </a:pPr>
                      <a:r>
                        <a:rPr lang="en-US" sz="1400" dirty="0">
                          <a:effectLst/>
                          <a:latin typeface="Darker Grotesque Medium" panose="020B0604020202020204" charset="0"/>
                        </a:rPr>
                        <a:t>Convergence Speed</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effectLst/>
                          <a:latin typeface="Darker Grotesque Medium" panose="020B0604020202020204" charset="0"/>
                        </a:rPr>
                        <a:t>Normal</a:t>
                      </a:r>
                      <a:endParaRPr lang="en-US" sz="140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effectLst/>
                          <a:latin typeface="Darker Grotesque Medium" panose="020B0604020202020204" charset="0"/>
                        </a:rPr>
                        <a:t>Faster</a:t>
                      </a:r>
                      <a:endParaRPr lang="en-US" sz="1400" dirty="0">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600" b="1" dirty="0">
                          <a:solidFill>
                            <a:schemeClr val="accent6">
                              <a:lumMod val="75000"/>
                            </a:schemeClr>
                          </a:solidFill>
                          <a:effectLst/>
                          <a:latin typeface="Darker Grotesque Medium" panose="020B0604020202020204" charset="0"/>
                        </a:rPr>
                        <a:t>Fastest</a:t>
                      </a:r>
                      <a:endParaRPr lang="en-US" sz="1600" b="1" dirty="0">
                        <a:solidFill>
                          <a:schemeClr val="accent6">
                            <a:lumMod val="75000"/>
                          </a:schemeClr>
                        </a:solidFill>
                        <a:effectLst/>
                        <a:latin typeface="Darker Grotesque Medium" panose="020B0604020202020204" charset="0"/>
                        <a:ea typeface="Calibri" panose="020F0502020204030204" pitchFamily="34" charset="0"/>
                        <a:cs typeface="Times New Roman" panose="02020603050405020304" pitchFamily="18"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20693394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FINDINGS</a:t>
            </a:r>
            <a:r>
              <a:rPr lang="en-US" dirty="0"/>
              <a:t/>
            </a:r>
            <a:br>
              <a:rPr lang="en-US" dirty="0"/>
            </a:br>
            <a:endParaRPr lang="en-US" dirty="0"/>
          </a:p>
        </p:txBody>
      </p:sp>
      <p:sp>
        <p:nvSpPr>
          <p:cNvPr id="3" name="Subtitle 2"/>
          <p:cNvSpPr>
            <a:spLocks noGrp="1"/>
          </p:cNvSpPr>
          <p:nvPr>
            <p:ph type="subTitle" idx="1"/>
          </p:nvPr>
        </p:nvSpPr>
        <p:spPr/>
        <p:txBody>
          <a:bodyPr/>
          <a:lstStyle/>
          <a:p>
            <a:pPr>
              <a:lnSpc>
                <a:spcPct val="150000"/>
              </a:lnSpc>
            </a:pPr>
            <a:r>
              <a:rPr lang="en-US" sz="1600" b="1" dirty="0" smtClean="0"/>
              <a:t>DQN</a:t>
            </a:r>
            <a:r>
              <a:rPr lang="en-US" sz="1600" b="1" dirty="0"/>
              <a:t>:</a:t>
            </a:r>
            <a:r>
              <a:rPr lang="en-US" sz="1600" dirty="0"/>
              <a:t> Successfully learned basic anomaly detection policy </a:t>
            </a:r>
          </a:p>
          <a:p>
            <a:pPr>
              <a:lnSpc>
                <a:spcPct val="150000"/>
              </a:lnSpc>
            </a:pPr>
            <a:r>
              <a:rPr lang="en-US" sz="1600" b="1" dirty="0"/>
              <a:t>Double DQN:</a:t>
            </a:r>
            <a:r>
              <a:rPr lang="en-US" sz="1600" dirty="0"/>
              <a:t> Improved stability by reducing Q-value overestimation </a:t>
            </a:r>
          </a:p>
          <a:p>
            <a:pPr>
              <a:lnSpc>
                <a:spcPct val="150000"/>
              </a:lnSpc>
            </a:pPr>
            <a:r>
              <a:rPr lang="en-US" sz="1600" b="1" dirty="0"/>
              <a:t>Dueling DQN:</a:t>
            </a:r>
            <a:r>
              <a:rPr lang="en-US" sz="1600" dirty="0"/>
              <a:t> Achieved better decisions through state-value separation </a:t>
            </a:r>
          </a:p>
          <a:p>
            <a:endParaRPr lang="en-US" dirty="0"/>
          </a:p>
        </p:txBody>
      </p:sp>
    </p:spTree>
    <p:extLst>
      <p:ext uri="{BB962C8B-B14F-4D97-AF65-F5344CB8AC3E}">
        <p14:creationId xmlns:p14="http://schemas.microsoft.com/office/powerpoint/2010/main" val="1399648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20585" y="695623"/>
            <a:ext cx="5788765" cy="3046988"/>
          </a:xfrm>
          <a:prstGeom prst="rect">
            <a:avLst/>
          </a:prstGeom>
          <a:noFill/>
        </p:spPr>
        <p:txBody>
          <a:bodyPr wrap="none" lIns="91440" tIns="45720" rIns="91440" bIns="45720">
            <a:spAutoFit/>
          </a:bodyPr>
          <a:lstStyle/>
          <a:p>
            <a:pPr algn="ctr"/>
            <a:r>
              <a:rPr lang="en-US" sz="9600" b="1" cap="none" spc="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Darker Grotesque Medium" panose="020B0604020202020204" charset="0"/>
              </a:rPr>
              <a:t>QUESTION </a:t>
            </a:r>
          </a:p>
          <a:p>
            <a:pPr algn="ctr"/>
            <a:r>
              <a:rPr lang="en-US" sz="9600" b="1" cap="none" spc="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Darker Grotesque Medium" panose="020B0604020202020204" charset="0"/>
              </a:rPr>
              <a:t>ANSWER</a:t>
            </a:r>
            <a:endParaRPr lang="en-US" sz="9600" b="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Darker Grotesque Medium" panose="020B0604020202020204" charset="0"/>
            </a:endParaRPr>
          </a:p>
        </p:txBody>
      </p:sp>
    </p:spTree>
    <p:extLst>
      <p:ext uri="{BB962C8B-B14F-4D97-AF65-F5344CB8AC3E}">
        <p14:creationId xmlns:p14="http://schemas.microsoft.com/office/powerpoint/2010/main" val="23204853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88121" y="1202829"/>
            <a:ext cx="5939447" cy="1569660"/>
          </a:xfrm>
          <a:prstGeom prst="rect">
            <a:avLst/>
          </a:prstGeom>
          <a:noFill/>
        </p:spPr>
        <p:txBody>
          <a:bodyPr wrap="none" lIns="91440" tIns="45720" rIns="91440" bIns="45720">
            <a:spAutoFit/>
          </a:bodyPr>
          <a:lstStyle/>
          <a:p>
            <a:pPr algn="ctr"/>
            <a:r>
              <a:rPr lang="en-US" sz="9600" b="1" cap="none" spc="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Darker Grotesque Medium" panose="020B0604020202020204" charset="0"/>
              </a:rPr>
              <a:t>THANK YOU</a:t>
            </a:r>
            <a:endParaRPr lang="en-US" sz="9600" b="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Darker Grotesque Medium" panose="020B0604020202020204" charset="0"/>
            </a:endParaRPr>
          </a:p>
        </p:txBody>
      </p:sp>
    </p:spTree>
    <p:extLst>
      <p:ext uri="{BB962C8B-B14F-4D97-AF65-F5344CB8AC3E}">
        <p14:creationId xmlns:p14="http://schemas.microsoft.com/office/powerpoint/2010/main" val="2546787671"/>
      </p:ext>
    </p:extLst>
  </p:cSld>
  <p:clrMapOvr>
    <a:masterClrMapping/>
  </p:clrMapOvr>
  <p:timing>
    <p:tnLst>
      <p:par>
        <p:cTn id="1" dur="indefinite" restart="never" nodeType="tmRoot"/>
      </p:par>
    </p:tnLst>
  </p:timing>
</p:sld>
</file>

<file path=ppt/theme/theme1.xml><?xml version="1.0" encoding="utf-8"?>
<a:theme xmlns:a="http://schemas.openxmlformats.org/drawingml/2006/main" name="Cycle Diagrams Theme for a Pitch Deck by Slidesgo">
  <a:themeElements>
    <a:clrScheme name="Simple Light">
      <a:dk1>
        <a:srgbClr val="372D06"/>
      </a:dk1>
      <a:lt1>
        <a:srgbClr val="F5F6F5"/>
      </a:lt1>
      <a:dk2>
        <a:srgbClr val="ECECCC"/>
      </a:dk2>
      <a:lt2>
        <a:srgbClr val="B1DF4F"/>
      </a:lt2>
      <a:accent1>
        <a:srgbClr val="83D837"/>
      </a:accent1>
      <a:accent2>
        <a:srgbClr val="165F1A"/>
      </a:accent2>
      <a:accent3>
        <a:srgbClr val="DEF2F3"/>
      </a:accent3>
      <a:accent4>
        <a:srgbClr val="92E1E6"/>
      </a:accent4>
      <a:accent5>
        <a:srgbClr val="64CBD2"/>
      </a:accent5>
      <a:accent6>
        <a:srgbClr val="09768A"/>
      </a:accent6>
      <a:hlink>
        <a:srgbClr val="372D0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899</TotalTime>
  <Words>880</Words>
  <Application>Microsoft Office PowerPoint</Application>
  <PresentationFormat>On-screen Show (16:9)</PresentationFormat>
  <Paragraphs>234</Paragraphs>
  <Slides>27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Times New Roman</vt:lpstr>
      <vt:lpstr>Darker Grotesque</vt:lpstr>
      <vt:lpstr>Urbanist</vt:lpstr>
      <vt:lpstr>Anaheim</vt:lpstr>
      <vt:lpstr>Arial</vt:lpstr>
      <vt:lpstr>Darker Grotesque Medium</vt:lpstr>
      <vt:lpstr>Nunito</vt:lpstr>
      <vt:lpstr>Calibri</vt:lpstr>
      <vt:lpstr>Courier New</vt:lpstr>
      <vt:lpstr>Cycle Diagrams Theme for a Pitch Deck by Slidesgo</vt:lpstr>
      <vt:lpstr>DEEP REINFORCEMENT LEARNING-BASED ANOMALY DETECTION USING DQN, DOUBLE DQN, AND DUELING DQN ON CERT INSIDER THREAT DATASET </vt:lpstr>
      <vt:lpstr>INTRODUCTION</vt:lpstr>
      <vt:lpstr>PROBLEM STATEMENT</vt:lpstr>
      <vt:lpstr>WHY REINFORCEMENT LEARNING? </vt:lpstr>
      <vt:lpstr>PROJECT ARCHITECTURE</vt:lpstr>
      <vt:lpstr>DATASET DESCRIPTION</vt:lpstr>
      <vt:lpstr>FEATURE ENGINEERING OF RAW DATA</vt:lpstr>
      <vt:lpstr>DATA PREPROCESSING PIPELINE</vt:lpstr>
      <vt:lpstr>MODELLING</vt:lpstr>
      <vt:lpstr>ENVIRONEMNT, STATE, ACTION, &amp; REWARD</vt:lpstr>
      <vt:lpstr>EXPERIMENTAL SETUP</vt:lpstr>
      <vt:lpstr>HYPERPARAMETERS</vt:lpstr>
      <vt:lpstr>DQN MODEL</vt:lpstr>
      <vt:lpstr>CONTI</vt:lpstr>
      <vt:lpstr>DOUBLE DQN MODEL</vt:lpstr>
      <vt:lpstr>CONTI</vt:lpstr>
      <vt:lpstr>DUELLING DQN MODEL</vt:lpstr>
      <vt:lpstr>CONTI</vt:lpstr>
      <vt:lpstr>RESULTS &amp; EVALUATIONS</vt:lpstr>
      <vt:lpstr>CONT.</vt:lpstr>
      <vt:lpstr>CONTI.</vt:lpstr>
      <vt:lpstr>CONT....</vt:lpstr>
      <vt:lpstr>CONT..</vt:lpstr>
      <vt:lpstr>CONTI.</vt:lpstr>
      <vt:lpstr>KEY FINDINGS </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Cycle Diagrams Theme for a  Pitch Deck</dc:title>
  <cp:lastModifiedBy>Microsoft account</cp:lastModifiedBy>
  <cp:revision>44</cp:revision>
  <dcterms:modified xsi:type="dcterms:W3CDTF">2026-07-07T18:27:00Z</dcterms:modified>
</cp:coreProperties>
</file>